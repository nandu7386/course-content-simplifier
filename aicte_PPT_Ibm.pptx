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0" r:id="rId7"/>
    <p:sldId id="272" r:id="rId8"/>
    <p:sldId id="273" r:id="rId9"/>
    <p:sldId id="261" r:id="rId10"/>
    <p:sldId id="262" r:id="rId11"/>
    <p:sldId id="274" r:id="rId12"/>
    <p:sldId id="277" r:id="rId13"/>
    <p:sldId id="275" r:id="rId14"/>
    <p:sldId id="276" r:id="rId15"/>
    <p:sldId id="278" r:id="rId16"/>
    <p:sldId id="263" r:id="rId17"/>
    <p:sldId id="264" r:id="rId18"/>
    <p:sldId id="265" r:id="rId19"/>
    <p:sldId id="266" r:id="rId20"/>
    <p:sldId id="267" r:id="rId21"/>
    <p:sldId id="268" r:id="rId22"/>
    <p:sldId id="26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229831-81B2-4749-9B3B-FD3A0D121F6D}" v="3" dt="2026-09-11T12:41:29.2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08" autoAdjust="0"/>
    <p:restoredTop sz="94660"/>
  </p:normalViewPr>
  <p:slideViewPr>
    <p:cSldViewPr snapToGrid="0">
      <p:cViewPr varScale="1">
        <p:scale>
          <a:sx n="78" d="100"/>
          <a:sy n="78" d="100"/>
        </p:scale>
        <p:origin x="73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lukuntla nandu" userId="95013fdc74dfae57" providerId="LiveId" clId="{80B2AA05-FB06-49FA-B217-5B594487BF58}"/>
    <pc:docChg chg="custSel addSld delSld modSld">
      <pc:chgData name="telukuntla nandu" userId="95013fdc74dfae57" providerId="LiveId" clId="{80B2AA05-FB06-49FA-B217-5B594487BF58}" dt="2026-09-11T12:44:41.047" v="126" actId="14100"/>
      <pc:docMkLst>
        <pc:docMk/>
      </pc:docMkLst>
      <pc:sldChg chg="modSp mod">
        <pc:chgData name="telukuntla nandu" userId="95013fdc74dfae57" providerId="LiveId" clId="{80B2AA05-FB06-49FA-B217-5B594487BF58}" dt="2026-09-11T12:16:16.397" v="14" actId="20577"/>
        <pc:sldMkLst>
          <pc:docMk/>
          <pc:sldMk cId="4011539929" sldId="256"/>
        </pc:sldMkLst>
        <pc:spChg chg="mod">
          <ac:chgData name="telukuntla nandu" userId="95013fdc74dfae57" providerId="LiveId" clId="{80B2AA05-FB06-49FA-B217-5B594487BF58}" dt="2026-09-11T12:16:16.397" v="14" actId="20577"/>
          <ac:spMkLst>
            <pc:docMk/>
            <pc:sldMk cId="4011539929" sldId="256"/>
            <ac:spMk id="3" creationId="{BB8681C9-20F7-4B9C-C0BE-4806CDE7C263}"/>
          </ac:spMkLst>
        </pc:spChg>
      </pc:sldChg>
      <pc:sldChg chg="addSp delSp modSp mod">
        <pc:chgData name="telukuntla nandu" userId="95013fdc74dfae57" providerId="LiveId" clId="{80B2AA05-FB06-49FA-B217-5B594487BF58}" dt="2026-09-11T12:32:17.176" v="78" actId="14100"/>
        <pc:sldMkLst>
          <pc:docMk/>
          <pc:sldMk cId="3599731926" sldId="261"/>
        </pc:sldMkLst>
        <pc:spChg chg="add del mod">
          <ac:chgData name="telukuntla nandu" userId="95013fdc74dfae57" providerId="LiveId" clId="{80B2AA05-FB06-49FA-B217-5B594487BF58}" dt="2026-09-11T12:32:11.034" v="76" actId="22"/>
          <ac:spMkLst>
            <pc:docMk/>
            <pc:sldMk cId="3599731926" sldId="261"/>
            <ac:spMk id="4" creationId="{A8F0C8F9-A0FA-9B68-ADDF-5C72AB727A8B}"/>
          </ac:spMkLst>
        </pc:spChg>
        <pc:picChg chg="del">
          <ac:chgData name="telukuntla nandu" userId="95013fdc74dfae57" providerId="LiveId" clId="{80B2AA05-FB06-49FA-B217-5B594487BF58}" dt="2026-09-11T12:31:57.384" v="75" actId="21"/>
          <ac:picMkLst>
            <pc:docMk/>
            <pc:sldMk cId="3599731926" sldId="261"/>
            <ac:picMk id="5" creationId="{0884330E-B694-10F1-B172-BEEB321B577D}"/>
          </ac:picMkLst>
        </pc:picChg>
        <pc:picChg chg="add mod ord">
          <ac:chgData name="telukuntla nandu" userId="95013fdc74dfae57" providerId="LiveId" clId="{80B2AA05-FB06-49FA-B217-5B594487BF58}" dt="2026-09-11T12:32:17.176" v="78" actId="14100"/>
          <ac:picMkLst>
            <pc:docMk/>
            <pc:sldMk cId="3599731926" sldId="261"/>
            <ac:picMk id="7" creationId="{97457836-F0FA-6B28-AE82-BEE04DF603E1}"/>
          </ac:picMkLst>
        </pc:picChg>
      </pc:sldChg>
      <pc:sldChg chg="addSp delSp modSp new mod">
        <pc:chgData name="telukuntla nandu" userId="95013fdc74dfae57" providerId="LiveId" clId="{80B2AA05-FB06-49FA-B217-5B594487BF58}" dt="2026-09-11T12:27:52.766" v="67" actId="14100"/>
        <pc:sldMkLst>
          <pc:docMk/>
          <pc:sldMk cId="1957235932" sldId="270"/>
        </pc:sldMkLst>
        <pc:spChg chg="mod">
          <ac:chgData name="telukuntla nandu" userId="95013fdc74dfae57" providerId="LiveId" clId="{80B2AA05-FB06-49FA-B217-5B594487BF58}" dt="2026-09-11T12:23:22.662" v="53" actId="14100"/>
          <ac:spMkLst>
            <pc:docMk/>
            <pc:sldMk cId="1957235932" sldId="270"/>
            <ac:spMk id="2" creationId="{06D35CD3-599D-EA83-AFD6-9FBD021362E7}"/>
          </ac:spMkLst>
        </pc:spChg>
        <pc:spChg chg="del mod">
          <ac:chgData name="telukuntla nandu" userId="95013fdc74dfae57" providerId="LiveId" clId="{80B2AA05-FB06-49FA-B217-5B594487BF58}" dt="2026-09-11T12:25:40.990" v="55" actId="22"/>
          <ac:spMkLst>
            <pc:docMk/>
            <pc:sldMk cId="1957235932" sldId="270"/>
            <ac:spMk id="3" creationId="{76E0009B-12F4-F005-3386-26D6E0688D70}"/>
          </ac:spMkLst>
        </pc:spChg>
        <pc:spChg chg="add del mod">
          <ac:chgData name="telukuntla nandu" userId="95013fdc74dfae57" providerId="LiveId" clId="{80B2AA05-FB06-49FA-B217-5B594487BF58}" dt="2026-09-11T12:27:38.212" v="62"/>
          <ac:spMkLst>
            <pc:docMk/>
            <pc:sldMk cId="1957235932" sldId="270"/>
            <ac:spMk id="7" creationId="{BE107660-43CC-C420-A040-390A15BA624F}"/>
          </ac:spMkLst>
        </pc:spChg>
        <pc:spChg chg="add del mod">
          <ac:chgData name="telukuntla nandu" userId="95013fdc74dfae57" providerId="LiveId" clId="{80B2AA05-FB06-49FA-B217-5B594487BF58}" dt="2026-09-11T12:27:46.698" v="65" actId="22"/>
          <ac:spMkLst>
            <pc:docMk/>
            <pc:sldMk cId="1957235932" sldId="270"/>
            <ac:spMk id="11" creationId="{BBF48046-540F-DAB5-56A0-FA54FE684314}"/>
          </ac:spMkLst>
        </pc:spChg>
        <pc:picChg chg="add del mod ord">
          <ac:chgData name="telukuntla nandu" userId="95013fdc74dfae57" providerId="LiveId" clId="{80B2AA05-FB06-49FA-B217-5B594487BF58}" dt="2026-09-11T12:27:25.938" v="59" actId="21"/>
          <ac:picMkLst>
            <pc:docMk/>
            <pc:sldMk cId="1957235932" sldId="270"/>
            <ac:picMk id="5" creationId="{20CEFDFF-E62A-3007-F1AF-8EE9666B0FE8}"/>
          </ac:picMkLst>
        </pc:picChg>
        <pc:picChg chg="add del mod">
          <ac:chgData name="telukuntla nandu" userId="95013fdc74dfae57" providerId="LiveId" clId="{80B2AA05-FB06-49FA-B217-5B594487BF58}" dt="2026-09-11T12:27:32.910" v="61" actId="478"/>
          <ac:picMkLst>
            <pc:docMk/>
            <pc:sldMk cId="1957235932" sldId="270"/>
            <ac:picMk id="8" creationId="{20CEFDFF-E62A-3007-F1AF-8EE9666B0FE8}"/>
          </ac:picMkLst>
        </pc:picChg>
        <pc:picChg chg="add del mod">
          <ac:chgData name="telukuntla nandu" userId="95013fdc74dfae57" providerId="LiveId" clId="{80B2AA05-FB06-49FA-B217-5B594487BF58}" dt="2026-09-11T12:27:40.262" v="64" actId="478"/>
          <ac:picMkLst>
            <pc:docMk/>
            <pc:sldMk cId="1957235932" sldId="270"/>
            <ac:picMk id="9" creationId="{7B4348DF-DF43-8EDB-77D2-4CA64ABC9869}"/>
          </ac:picMkLst>
        </pc:picChg>
        <pc:picChg chg="add mod">
          <ac:chgData name="telukuntla nandu" userId="95013fdc74dfae57" providerId="LiveId" clId="{80B2AA05-FB06-49FA-B217-5B594487BF58}" dt="2026-09-11T12:27:52.766" v="67" actId="14100"/>
          <ac:picMkLst>
            <pc:docMk/>
            <pc:sldMk cId="1957235932" sldId="270"/>
            <ac:picMk id="13" creationId="{E68777F8-5D0F-25DA-8042-4975FFC6EE4B}"/>
          </ac:picMkLst>
        </pc:picChg>
      </pc:sldChg>
      <pc:sldChg chg="addSp delSp new del mod">
        <pc:chgData name="telukuntla nandu" userId="95013fdc74dfae57" providerId="LiveId" clId="{80B2AA05-FB06-49FA-B217-5B594487BF58}" dt="2026-09-11T12:32:25.763" v="79" actId="2696"/>
        <pc:sldMkLst>
          <pc:docMk/>
          <pc:sldMk cId="3050877332" sldId="271"/>
        </pc:sldMkLst>
        <pc:picChg chg="add del">
          <ac:chgData name="telukuntla nandu" userId="95013fdc74dfae57" providerId="LiveId" clId="{80B2AA05-FB06-49FA-B217-5B594487BF58}" dt="2026-09-11T12:27:56.334" v="68" actId="21"/>
          <ac:picMkLst>
            <pc:docMk/>
            <pc:sldMk cId="3050877332" sldId="271"/>
            <ac:picMk id="3" creationId="{93740EA0-42F2-CD2E-A2CD-F38E98C2D5F5}"/>
          </ac:picMkLst>
        </pc:picChg>
      </pc:sldChg>
      <pc:sldChg chg="addSp delSp modSp new mod">
        <pc:chgData name="telukuntla nandu" userId="95013fdc74dfae57" providerId="LiveId" clId="{80B2AA05-FB06-49FA-B217-5B594487BF58}" dt="2026-09-11T12:29:04.902" v="74" actId="14100"/>
        <pc:sldMkLst>
          <pc:docMk/>
          <pc:sldMk cId="137649869" sldId="272"/>
        </pc:sldMkLst>
        <pc:spChg chg="del">
          <ac:chgData name="telukuntla nandu" userId="95013fdc74dfae57" providerId="LiveId" clId="{80B2AA05-FB06-49FA-B217-5B594487BF58}" dt="2026-09-11T12:28:54.815" v="71" actId="478"/>
          <ac:spMkLst>
            <pc:docMk/>
            <pc:sldMk cId="137649869" sldId="272"/>
            <ac:spMk id="2" creationId="{635296FD-2965-BB8A-DA4B-45C0A8FB7163}"/>
          </ac:spMkLst>
        </pc:spChg>
        <pc:spChg chg="del">
          <ac:chgData name="telukuntla nandu" userId="95013fdc74dfae57" providerId="LiveId" clId="{80B2AA05-FB06-49FA-B217-5B594487BF58}" dt="2026-09-11T12:28:49.385" v="70" actId="22"/>
          <ac:spMkLst>
            <pc:docMk/>
            <pc:sldMk cId="137649869" sldId="272"/>
            <ac:spMk id="3" creationId="{5A0B2B47-B3F6-E21D-3396-401AAB81AC10}"/>
          </ac:spMkLst>
        </pc:spChg>
        <pc:picChg chg="add mod ord">
          <ac:chgData name="telukuntla nandu" userId="95013fdc74dfae57" providerId="LiveId" clId="{80B2AA05-FB06-49FA-B217-5B594487BF58}" dt="2026-09-11T12:29:04.902" v="74" actId="14100"/>
          <ac:picMkLst>
            <pc:docMk/>
            <pc:sldMk cId="137649869" sldId="272"/>
            <ac:picMk id="5" creationId="{759AAE13-F8FA-5AF7-9094-98E6F471EA7F}"/>
          </ac:picMkLst>
        </pc:picChg>
      </pc:sldChg>
      <pc:sldChg chg="addSp delSp modSp new mod">
        <pc:chgData name="telukuntla nandu" userId="95013fdc74dfae57" providerId="LiveId" clId="{80B2AA05-FB06-49FA-B217-5B594487BF58}" dt="2026-09-11T12:34:46.871" v="85" actId="14100"/>
        <pc:sldMkLst>
          <pc:docMk/>
          <pc:sldMk cId="213572915" sldId="273"/>
        </pc:sldMkLst>
        <pc:spChg chg="del">
          <ac:chgData name="telukuntla nandu" userId="95013fdc74dfae57" providerId="LiveId" clId="{80B2AA05-FB06-49FA-B217-5B594487BF58}" dt="2026-09-11T12:34:35.870" v="82" actId="478"/>
          <ac:spMkLst>
            <pc:docMk/>
            <pc:sldMk cId="213572915" sldId="273"/>
            <ac:spMk id="2" creationId="{9F101DF2-991C-E21F-FBE8-75F58035276A}"/>
          </ac:spMkLst>
        </pc:spChg>
        <pc:spChg chg="del">
          <ac:chgData name="telukuntla nandu" userId="95013fdc74dfae57" providerId="LiveId" clId="{80B2AA05-FB06-49FA-B217-5B594487BF58}" dt="2026-09-11T12:34:32.266" v="81" actId="22"/>
          <ac:spMkLst>
            <pc:docMk/>
            <pc:sldMk cId="213572915" sldId="273"/>
            <ac:spMk id="3" creationId="{3C75BFE0-D8D0-B390-77C4-7C26A14E045A}"/>
          </ac:spMkLst>
        </pc:spChg>
        <pc:picChg chg="add mod ord">
          <ac:chgData name="telukuntla nandu" userId="95013fdc74dfae57" providerId="LiveId" clId="{80B2AA05-FB06-49FA-B217-5B594487BF58}" dt="2026-09-11T12:34:46.871" v="85" actId="14100"/>
          <ac:picMkLst>
            <pc:docMk/>
            <pc:sldMk cId="213572915" sldId="273"/>
            <ac:picMk id="5" creationId="{94FAC046-A39F-2D47-D873-315A4DF6DFA3}"/>
          </ac:picMkLst>
        </pc:picChg>
      </pc:sldChg>
      <pc:sldChg chg="addSp delSp modSp new mod">
        <pc:chgData name="telukuntla nandu" userId="95013fdc74dfae57" providerId="LiveId" clId="{80B2AA05-FB06-49FA-B217-5B594487BF58}" dt="2026-09-11T12:36:15.919" v="97" actId="14100"/>
        <pc:sldMkLst>
          <pc:docMk/>
          <pc:sldMk cId="4139854695" sldId="274"/>
        </pc:sldMkLst>
        <pc:spChg chg="mod">
          <ac:chgData name="telukuntla nandu" userId="95013fdc74dfae57" providerId="LiveId" clId="{80B2AA05-FB06-49FA-B217-5B594487BF58}" dt="2026-09-11T12:35:09.085" v="95" actId="20577"/>
          <ac:spMkLst>
            <pc:docMk/>
            <pc:sldMk cId="4139854695" sldId="274"/>
            <ac:spMk id="2" creationId="{58893720-9719-87FD-D953-1621042BCBEC}"/>
          </ac:spMkLst>
        </pc:spChg>
        <pc:spChg chg="del">
          <ac:chgData name="telukuntla nandu" userId="95013fdc74dfae57" providerId="LiveId" clId="{80B2AA05-FB06-49FA-B217-5B594487BF58}" dt="2026-09-11T12:36:10.236" v="96" actId="22"/>
          <ac:spMkLst>
            <pc:docMk/>
            <pc:sldMk cId="4139854695" sldId="274"/>
            <ac:spMk id="3" creationId="{E9FFB2B7-782E-2AE4-DB1E-152034BB1079}"/>
          </ac:spMkLst>
        </pc:spChg>
        <pc:picChg chg="add mod ord">
          <ac:chgData name="telukuntla nandu" userId="95013fdc74dfae57" providerId="LiveId" clId="{80B2AA05-FB06-49FA-B217-5B594487BF58}" dt="2026-09-11T12:36:15.919" v="97" actId="14100"/>
          <ac:picMkLst>
            <pc:docMk/>
            <pc:sldMk cId="4139854695" sldId="274"/>
            <ac:picMk id="5" creationId="{DABCC6DB-47B9-F1EC-A202-33F4CC0E019B}"/>
          </ac:picMkLst>
        </pc:picChg>
      </pc:sldChg>
      <pc:sldChg chg="addSp delSp modSp new mod">
        <pc:chgData name="telukuntla nandu" userId="95013fdc74dfae57" providerId="LiveId" clId="{80B2AA05-FB06-49FA-B217-5B594487BF58}" dt="2026-09-11T12:38:13.024" v="103" actId="14100"/>
        <pc:sldMkLst>
          <pc:docMk/>
          <pc:sldMk cId="713606880" sldId="275"/>
        </pc:sldMkLst>
        <pc:spChg chg="del">
          <ac:chgData name="telukuntla nandu" userId="95013fdc74dfae57" providerId="LiveId" clId="{80B2AA05-FB06-49FA-B217-5B594487BF58}" dt="2026-09-11T12:38:02.826" v="100" actId="478"/>
          <ac:spMkLst>
            <pc:docMk/>
            <pc:sldMk cId="713606880" sldId="275"/>
            <ac:spMk id="2" creationId="{DE254902-EF41-43EA-962A-52850ACA1310}"/>
          </ac:spMkLst>
        </pc:spChg>
        <pc:spChg chg="del">
          <ac:chgData name="telukuntla nandu" userId="95013fdc74dfae57" providerId="LiveId" clId="{80B2AA05-FB06-49FA-B217-5B594487BF58}" dt="2026-09-11T12:37:59.378" v="99" actId="22"/>
          <ac:spMkLst>
            <pc:docMk/>
            <pc:sldMk cId="713606880" sldId="275"/>
            <ac:spMk id="3" creationId="{09F1725E-C8BB-5681-14C3-9F9DB0C2FCA6}"/>
          </ac:spMkLst>
        </pc:spChg>
        <pc:picChg chg="add mod ord">
          <ac:chgData name="telukuntla nandu" userId="95013fdc74dfae57" providerId="LiveId" clId="{80B2AA05-FB06-49FA-B217-5B594487BF58}" dt="2026-09-11T12:38:13.024" v="103" actId="14100"/>
          <ac:picMkLst>
            <pc:docMk/>
            <pc:sldMk cId="713606880" sldId="275"/>
            <ac:picMk id="5" creationId="{4CC86D32-B43F-851E-4E68-2792E69FEC45}"/>
          </ac:picMkLst>
        </pc:picChg>
      </pc:sldChg>
      <pc:sldChg chg="addSp delSp modSp new mod">
        <pc:chgData name="telukuntla nandu" userId="95013fdc74dfae57" providerId="LiveId" clId="{80B2AA05-FB06-49FA-B217-5B594487BF58}" dt="2026-09-11T12:41:29.245" v="113"/>
        <pc:sldMkLst>
          <pc:docMk/>
          <pc:sldMk cId="2694747054" sldId="276"/>
        </pc:sldMkLst>
        <pc:spChg chg="del">
          <ac:chgData name="telukuntla nandu" userId="95013fdc74dfae57" providerId="LiveId" clId="{80B2AA05-FB06-49FA-B217-5B594487BF58}" dt="2026-09-11T12:40:49.006" v="106" actId="478"/>
          <ac:spMkLst>
            <pc:docMk/>
            <pc:sldMk cId="2694747054" sldId="276"/>
            <ac:spMk id="2" creationId="{57429511-0291-0B42-869D-D8F782F14208}"/>
          </ac:spMkLst>
        </pc:spChg>
        <pc:spChg chg="del">
          <ac:chgData name="telukuntla nandu" userId="95013fdc74dfae57" providerId="LiveId" clId="{80B2AA05-FB06-49FA-B217-5B594487BF58}" dt="2026-09-11T12:40:45.858" v="105" actId="22"/>
          <ac:spMkLst>
            <pc:docMk/>
            <pc:sldMk cId="2694747054" sldId="276"/>
            <ac:spMk id="3" creationId="{B311F02E-E15C-1FD8-CE27-61D8CED6D662}"/>
          </ac:spMkLst>
        </pc:spChg>
        <pc:spChg chg="add del mod">
          <ac:chgData name="telukuntla nandu" userId="95013fdc74dfae57" providerId="LiveId" clId="{80B2AA05-FB06-49FA-B217-5B594487BF58}" dt="2026-09-11T12:41:29.245" v="113"/>
          <ac:spMkLst>
            <pc:docMk/>
            <pc:sldMk cId="2694747054" sldId="276"/>
            <ac:spMk id="6" creationId="{BDDB1A8C-1A05-BA4E-FA9B-C61A6CF6C43B}"/>
          </ac:spMkLst>
        </pc:spChg>
        <pc:picChg chg="add mod ord">
          <ac:chgData name="telukuntla nandu" userId="95013fdc74dfae57" providerId="LiveId" clId="{80B2AA05-FB06-49FA-B217-5B594487BF58}" dt="2026-09-11T12:41:04.499" v="110" actId="14100"/>
          <ac:picMkLst>
            <pc:docMk/>
            <pc:sldMk cId="2694747054" sldId="276"/>
            <ac:picMk id="5" creationId="{D9018626-B970-0BDB-FE63-2BD510EB339E}"/>
          </ac:picMkLst>
        </pc:picChg>
      </pc:sldChg>
      <pc:sldChg chg="addSp delSp modSp new mod">
        <pc:chgData name="telukuntla nandu" userId="95013fdc74dfae57" providerId="LiveId" clId="{80B2AA05-FB06-49FA-B217-5B594487BF58}" dt="2026-09-11T12:43:25.990" v="119" actId="14100"/>
        <pc:sldMkLst>
          <pc:docMk/>
          <pc:sldMk cId="1088823195" sldId="277"/>
        </pc:sldMkLst>
        <pc:spChg chg="del">
          <ac:chgData name="telukuntla nandu" userId="95013fdc74dfae57" providerId="LiveId" clId="{80B2AA05-FB06-49FA-B217-5B594487BF58}" dt="2026-09-11T12:41:51.324" v="115" actId="478"/>
          <ac:spMkLst>
            <pc:docMk/>
            <pc:sldMk cId="1088823195" sldId="277"/>
            <ac:spMk id="2" creationId="{B717A495-7E84-5600-A319-88659181DCBF}"/>
          </ac:spMkLst>
        </pc:spChg>
        <pc:spChg chg="del">
          <ac:chgData name="telukuntla nandu" userId="95013fdc74dfae57" providerId="LiveId" clId="{80B2AA05-FB06-49FA-B217-5B594487BF58}" dt="2026-09-11T12:43:17.049" v="116" actId="22"/>
          <ac:spMkLst>
            <pc:docMk/>
            <pc:sldMk cId="1088823195" sldId="277"/>
            <ac:spMk id="3" creationId="{29D2B6AB-9820-671B-5AB9-D1317F6A13C8}"/>
          </ac:spMkLst>
        </pc:spChg>
        <pc:picChg chg="add mod ord">
          <ac:chgData name="telukuntla nandu" userId="95013fdc74dfae57" providerId="LiveId" clId="{80B2AA05-FB06-49FA-B217-5B594487BF58}" dt="2026-09-11T12:43:25.990" v="119" actId="14100"/>
          <ac:picMkLst>
            <pc:docMk/>
            <pc:sldMk cId="1088823195" sldId="277"/>
            <ac:picMk id="5" creationId="{73F05A72-F584-65DE-3834-3C22B585FBAF}"/>
          </ac:picMkLst>
        </pc:picChg>
      </pc:sldChg>
      <pc:sldChg chg="addSp delSp modSp new mod">
        <pc:chgData name="telukuntla nandu" userId="95013fdc74dfae57" providerId="LiveId" clId="{80B2AA05-FB06-49FA-B217-5B594487BF58}" dt="2026-09-11T12:44:41.047" v="126" actId="14100"/>
        <pc:sldMkLst>
          <pc:docMk/>
          <pc:sldMk cId="601213403" sldId="278"/>
        </pc:sldMkLst>
        <pc:spChg chg="del">
          <ac:chgData name="telukuntla nandu" userId="95013fdc74dfae57" providerId="LiveId" clId="{80B2AA05-FB06-49FA-B217-5B594487BF58}" dt="2026-09-11T12:44:27.444" v="122" actId="478"/>
          <ac:spMkLst>
            <pc:docMk/>
            <pc:sldMk cId="601213403" sldId="278"/>
            <ac:spMk id="2" creationId="{D30292F0-D578-6641-9D8B-A7AF86584575}"/>
          </ac:spMkLst>
        </pc:spChg>
        <pc:spChg chg="del">
          <ac:chgData name="telukuntla nandu" userId="95013fdc74dfae57" providerId="LiveId" clId="{80B2AA05-FB06-49FA-B217-5B594487BF58}" dt="2026-09-11T12:44:23.856" v="121" actId="22"/>
          <ac:spMkLst>
            <pc:docMk/>
            <pc:sldMk cId="601213403" sldId="278"/>
            <ac:spMk id="3" creationId="{921AEC72-92D0-8F0B-ADE2-D711F8B7573D}"/>
          </ac:spMkLst>
        </pc:spChg>
        <pc:picChg chg="add mod ord">
          <ac:chgData name="telukuntla nandu" userId="95013fdc74dfae57" providerId="LiveId" clId="{80B2AA05-FB06-49FA-B217-5B594487BF58}" dt="2026-09-11T12:44:41.047" v="126" actId="14100"/>
          <ac:picMkLst>
            <pc:docMk/>
            <pc:sldMk cId="601213403" sldId="278"/>
            <ac:picMk id="5" creationId="{E4F5E4E4-AFDF-AD86-8EB3-9C73143432A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E22F2-BC07-4AD8-CB24-71A9D755F8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070ED47-AFBC-6E29-1B03-DEDA67A6CF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63204C5-7683-C624-C9C1-1EAD3327E66A}"/>
              </a:ext>
            </a:extLst>
          </p:cNvPr>
          <p:cNvSpPr>
            <a:spLocks noGrp="1"/>
          </p:cNvSpPr>
          <p:nvPr>
            <p:ph type="dt" sz="half" idx="10"/>
          </p:nvPr>
        </p:nvSpPr>
        <p:spPr/>
        <p:txBody>
          <a:bodyPr/>
          <a:lstStyle/>
          <a:p>
            <a:fld id="{579E4F8C-DFF0-411A-89B6-BF45E0276B7F}" type="datetimeFigureOut">
              <a:rPr lang="en-IN" smtClean="0"/>
              <a:t>11-09-2026</a:t>
            </a:fld>
            <a:endParaRPr lang="en-IN"/>
          </a:p>
        </p:txBody>
      </p:sp>
      <p:sp>
        <p:nvSpPr>
          <p:cNvPr id="5" name="Footer Placeholder 4">
            <a:extLst>
              <a:ext uri="{FF2B5EF4-FFF2-40B4-BE49-F238E27FC236}">
                <a16:creationId xmlns:a16="http://schemas.microsoft.com/office/drawing/2014/main" id="{8B464E3E-9144-829B-EF92-D171774AA7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B3866B-D539-E815-0126-7B0EFA4880A7}"/>
              </a:ext>
            </a:extLst>
          </p:cNvPr>
          <p:cNvSpPr>
            <a:spLocks noGrp="1"/>
          </p:cNvSpPr>
          <p:nvPr>
            <p:ph type="sldNum" sz="quarter" idx="12"/>
          </p:nvPr>
        </p:nvSpPr>
        <p:spPr/>
        <p:txBody>
          <a:bodyPr/>
          <a:lstStyle/>
          <a:p>
            <a:fld id="{20DF1F39-87D6-4B1B-B0F9-2C2C4E1B4252}" type="slidenum">
              <a:rPr lang="en-IN" smtClean="0"/>
              <a:t>‹#›</a:t>
            </a:fld>
            <a:endParaRPr lang="en-IN"/>
          </a:p>
        </p:txBody>
      </p:sp>
    </p:spTree>
    <p:extLst>
      <p:ext uri="{BB962C8B-B14F-4D97-AF65-F5344CB8AC3E}">
        <p14:creationId xmlns:p14="http://schemas.microsoft.com/office/powerpoint/2010/main" val="3212241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ACA5-B1E3-6446-B88D-13754A93A6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889025-C002-3E04-2079-9973A410EB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8E76ED-62F7-674E-8EB7-03D117C0C27A}"/>
              </a:ext>
            </a:extLst>
          </p:cNvPr>
          <p:cNvSpPr>
            <a:spLocks noGrp="1"/>
          </p:cNvSpPr>
          <p:nvPr>
            <p:ph type="dt" sz="half" idx="10"/>
          </p:nvPr>
        </p:nvSpPr>
        <p:spPr/>
        <p:txBody>
          <a:bodyPr/>
          <a:lstStyle/>
          <a:p>
            <a:fld id="{579E4F8C-DFF0-411A-89B6-BF45E0276B7F}" type="datetimeFigureOut">
              <a:rPr lang="en-IN" smtClean="0"/>
              <a:t>11-09-2026</a:t>
            </a:fld>
            <a:endParaRPr lang="en-IN"/>
          </a:p>
        </p:txBody>
      </p:sp>
      <p:sp>
        <p:nvSpPr>
          <p:cNvPr id="5" name="Footer Placeholder 4">
            <a:extLst>
              <a:ext uri="{FF2B5EF4-FFF2-40B4-BE49-F238E27FC236}">
                <a16:creationId xmlns:a16="http://schemas.microsoft.com/office/drawing/2014/main" id="{B1298B3D-57EF-83BF-6441-9B235C753F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6A7FD9-1479-9E1C-FF87-DF8D5D0079EA}"/>
              </a:ext>
            </a:extLst>
          </p:cNvPr>
          <p:cNvSpPr>
            <a:spLocks noGrp="1"/>
          </p:cNvSpPr>
          <p:nvPr>
            <p:ph type="sldNum" sz="quarter" idx="12"/>
          </p:nvPr>
        </p:nvSpPr>
        <p:spPr/>
        <p:txBody>
          <a:bodyPr/>
          <a:lstStyle/>
          <a:p>
            <a:fld id="{20DF1F39-87D6-4B1B-B0F9-2C2C4E1B4252}" type="slidenum">
              <a:rPr lang="en-IN" smtClean="0"/>
              <a:t>‹#›</a:t>
            </a:fld>
            <a:endParaRPr lang="en-IN"/>
          </a:p>
        </p:txBody>
      </p:sp>
    </p:spTree>
    <p:extLst>
      <p:ext uri="{BB962C8B-B14F-4D97-AF65-F5344CB8AC3E}">
        <p14:creationId xmlns:p14="http://schemas.microsoft.com/office/powerpoint/2010/main" val="4124816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2EF49-BA7B-A095-580B-3D6172036A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670C0F3-8038-F12C-0ACA-00C2E8D170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6BAD23B-BDF0-9DC2-9792-7AEE996E19A7}"/>
              </a:ext>
            </a:extLst>
          </p:cNvPr>
          <p:cNvSpPr>
            <a:spLocks noGrp="1"/>
          </p:cNvSpPr>
          <p:nvPr>
            <p:ph type="dt" sz="half" idx="10"/>
          </p:nvPr>
        </p:nvSpPr>
        <p:spPr/>
        <p:txBody>
          <a:bodyPr/>
          <a:lstStyle/>
          <a:p>
            <a:fld id="{579E4F8C-DFF0-411A-89B6-BF45E0276B7F}" type="datetimeFigureOut">
              <a:rPr lang="en-IN" smtClean="0"/>
              <a:t>11-09-2026</a:t>
            </a:fld>
            <a:endParaRPr lang="en-IN"/>
          </a:p>
        </p:txBody>
      </p:sp>
      <p:sp>
        <p:nvSpPr>
          <p:cNvPr id="5" name="Footer Placeholder 4">
            <a:extLst>
              <a:ext uri="{FF2B5EF4-FFF2-40B4-BE49-F238E27FC236}">
                <a16:creationId xmlns:a16="http://schemas.microsoft.com/office/drawing/2014/main" id="{86A8C660-D7BF-CF4C-0134-E7E7B522A5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F4A60A-16DA-E5B9-60B2-1F20855EC347}"/>
              </a:ext>
            </a:extLst>
          </p:cNvPr>
          <p:cNvSpPr>
            <a:spLocks noGrp="1"/>
          </p:cNvSpPr>
          <p:nvPr>
            <p:ph type="sldNum" sz="quarter" idx="12"/>
          </p:nvPr>
        </p:nvSpPr>
        <p:spPr/>
        <p:txBody>
          <a:bodyPr/>
          <a:lstStyle/>
          <a:p>
            <a:fld id="{20DF1F39-87D6-4B1B-B0F9-2C2C4E1B4252}" type="slidenum">
              <a:rPr lang="en-IN" smtClean="0"/>
              <a:t>‹#›</a:t>
            </a:fld>
            <a:endParaRPr lang="en-IN"/>
          </a:p>
        </p:txBody>
      </p:sp>
    </p:spTree>
    <p:extLst>
      <p:ext uri="{BB962C8B-B14F-4D97-AF65-F5344CB8AC3E}">
        <p14:creationId xmlns:p14="http://schemas.microsoft.com/office/powerpoint/2010/main" val="3116662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9B625-AF6F-0E32-39CC-433625A54F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8E563A-1448-31C3-7FC0-AADA4E7BAE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7AB7429-3291-96B1-08FE-482148DD2D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69783D7-E7E2-79C0-3F7F-B0D60A54C51A}"/>
              </a:ext>
            </a:extLst>
          </p:cNvPr>
          <p:cNvSpPr>
            <a:spLocks noGrp="1"/>
          </p:cNvSpPr>
          <p:nvPr>
            <p:ph type="dt" sz="half" idx="10"/>
          </p:nvPr>
        </p:nvSpPr>
        <p:spPr/>
        <p:txBody>
          <a:bodyPr/>
          <a:lstStyle/>
          <a:p>
            <a:fld id="{579E4F8C-DFF0-411A-89B6-BF45E0276B7F}" type="datetimeFigureOut">
              <a:rPr lang="en-IN" smtClean="0"/>
              <a:t>11-09-2026</a:t>
            </a:fld>
            <a:endParaRPr lang="en-IN"/>
          </a:p>
        </p:txBody>
      </p:sp>
      <p:sp>
        <p:nvSpPr>
          <p:cNvPr id="6" name="Footer Placeholder 5">
            <a:extLst>
              <a:ext uri="{FF2B5EF4-FFF2-40B4-BE49-F238E27FC236}">
                <a16:creationId xmlns:a16="http://schemas.microsoft.com/office/drawing/2014/main" id="{13E65400-AD4A-5FB7-3E09-007E8BDA3C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5571AD-B52A-057E-6DB6-F8CB676212C0}"/>
              </a:ext>
            </a:extLst>
          </p:cNvPr>
          <p:cNvSpPr>
            <a:spLocks noGrp="1"/>
          </p:cNvSpPr>
          <p:nvPr>
            <p:ph type="sldNum" sz="quarter" idx="12"/>
          </p:nvPr>
        </p:nvSpPr>
        <p:spPr/>
        <p:txBody>
          <a:bodyPr/>
          <a:lstStyle/>
          <a:p>
            <a:fld id="{20DF1F39-87D6-4B1B-B0F9-2C2C4E1B4252}" type="slidenum">
              <a:rPr lang="en-IN" smtClean="0"/>
              <a:t>‹#›</a:t>
            </a:fld>
            <a:endParaRPr lang="en-IN"/>
          </a:p>
        </p:txBody>
      </p:sp>
    </p:spTree>
    <p:extLst>
      <p:ext uri="{BB962C8B-B14F-4D97-AF65-F5344CB8AC3E}">
        <p14:creationId xmlns:p14="http://schemas.microsoft.com/office/powerpoint/2010/main" val="1800316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587B5-D5C3-7825-B1B7-D7C65A0E577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6814D38-BBFF-1266-9BB7-191F1652B7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97F0F8-2738-6B58-F06A-024628AE6A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B319E4-C886-EB5C-F640-69F8C1A265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2C6498B-BBCD-0D19-409D-D9D1DC33F6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CC88DA-9C79-1AC3-4200-5E2A8AA8BCA5}"/>
              </a:ext>
            </a:extLst>
          </p:cNvPr>
          <p:cNvSpPr>
            <a:spLocks noGrp="1"/>
          </p:cNvSpPr>
          <p:nvPr>
            <p:ph type="dt" sz="half" idx="10"/>
          </p:nvPr>
        </p:nvSpPr>
        <p:spPr/>
        <p:txBody>
          <a:bodyPr/>
          <a:lstStyle/>
          <a:p>
            <a:fld id="{579E4F8C-DFF0-411A-89B6-BF45E0276B7F}" type="datetimeFigureOut">
              <a:rPr lang="en-IN" smtClean="0"/>
              <a:t>11-09-2026</a:t>
            </a:fld>
            <a:endParaRPr lang="en-IN"/>
          </a:p>
        </p:txBody>
      </p:sp>
      <p:sp>
        <p:nvSpPr>
          <p:cNvPr id="8" name="Footer Placeholder 7">
            <a:extLst>
              <a:ext uri="{FF2B5EF4-FFF2-40B4-BE49-F238E27FC236}">
                <a16:creationId xmlns:a16="http://schemas.microsoft.com/office/drawing/2014/main" id="{D30BC755-0B35-0BB6-F3B4-4B79D3C72AA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3B571D7-C843-98E3-2AED-E9A25CBD2F51}"/>
              </a:ext>
            </a:extLst>
          </p:cNvPr>
          <p:cNvSpPr>
            <a:spLocks noGrp="1"/>
          </p:cNvSpPr>
          <p:nvPr>
            <p:ph type="sldNum" sz="quarter" idx="12"/>
          </p:nvPr>
        </p:nvSpPr>
        <p:spPr/>
        <p:txBody>
          <a:bodyPr/>
          <a:lstStyle/>
          <a:p>
            <a:fld id="{20DF1F39-87D6-4B1B-B0F9-2C2C4E1B4252}" type="slidenum">
              <a:rPr lang="en-IN" smtClean="0"/>
              <a:t>‹#›</a:t>
            </a:fld>
            <a:endParaRPr lang="en-IN"/>
          </a:p>
        </p:txBody>
      </p:sp>
    </p:spTree>
    <p:extLst>
      <p:ext uri="{BB962C8B-B14F-4D97-AF65-F5344CB8AC3E}">
        <p14:creationId xmlns:p14="http://schemas.microsoft.com/office/powerpoint/2010/main" val="29407578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52A8E-04E1-93F1-3F77-1FAA51320D0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F6742F0-2FC9-DF0B-6CE1-875FD5C458B0}"/>
              </a:ext>
            </a:extLst>
          </p:cNvPr>
          <p:cNvSpPr>
            <a:spLocks noGrp="1"/>
          </p:cNvSpPr>
          <p:nvPr>
            <p:ph type="dt" sz="half" idx="10"/>
          </p:nvPr>
        </p:nvSpPr>
        <p:spPr/>
        <p:txBody>
          <a:bodyPr/>
          <a:lstStyle/>
          <a:p>
            <a:fld id="{579E4F8C-DFF0-411A-89B6-BF45E0276B7F}" type="datetimeFigureOut">
              <a:rPr lang="en-IN" smtClean="0"/>
              <a:t>11-09-2026</a:t>
            </a:fld>
            <a:endParaRPr lang="en-IN"/>
          </a:p>
        </p:txBody>
      </p:sp>
      <p:sp>
        <p:nvSpPr>
          <p:cNvPr id="4" name="Footer Placeholder 3">
            <a:extLst>
              <a:ext uri="{FF2B5EF4-FFF2-40B4-BE49-F238E27FC236}">
                <a16:creationId xmlns:a16="http://schemas.microsoft.com/office/drawing/2014/main" id="{7D738EB3-F316-588A-7037-3500AA9520E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D02E01A-06FA-DD59-011E-E2B02EEA96CF}"/>
              </a:ext>
            </a:extLst>
          </p:cNvPr>
          <p:cNvSpPr>
            <a:spLocks noGrp="1"/>
          </p:cNvSpPr>
          <p:nvPr>
            <p:ph type="sldNum" sz="quarter" idx="12"/>
          </p:nvPr>
        </p:nvSpPr>
        <p:spPr/>
        <p:txBody>
          <a:bodyPr/>
          <a:lstStyle/>
          <a:p>
            <a:fld id="{20DF1F39-87D6-4B1B-B0F9-2C2C4E1B4252}" type="slidenum">
              <a:rPr lang="en-IN" smtClean="0"/>
              <a:t>‹#›</a:t>
            </a:fld>
            <a:endParaRPr lang="en-IN"/>
          </a:p>
        </p:txBody>
      </p:sp>
    </p:spTree>
    <p:extLst>
      <p:ext uri="{BB962C8B-B14F-4D97-AF65-F5344CB8AC3E}">
        <p14:creationId xmlns:p14="http://schemas.microsoft.com/office/powerpoint/2010/main" val="4020668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A9E241-2E63-1FF9-7492-71D9141BD804}"/>
              </a:ext>
            </a:extLst>
          </p:cNvPr>
          <p:cNvSpPr>
            <a:spLocks noGrp="1"/>
          </p:cNvSpPr>
          <p:nvPr>
            <p:ph type="dt" sz="half" idx="10"/>
          </p:nvPr>
        </p:nvSpPr>
        <p:spPr/>
        <p:txBody>
          <a:bodyPr/>
          <a:lstStyle/>
          <a:p>
            <a:fld id="{579E4F8C-DFF0-411A-89B6-BF45E0276B7F}" type="datetimeFigureOut">
              <a:rPr lang="en-IN" smtClean="0"/>
              <a:t>11-09-2026</a:t>
            </a:fld>
            <a:endParaRPr lang="en-IN"/>
          </a:p>
        </p:txBody>
      </p:sp>
      <p:sp>
        <p:nvSpPr>
          <p:cNvPr id="3" name="Footer Placeholder 2">
            <a:extLst>
              <a:ext uri="{FF2B5EF4-FFF2-40B4-BE49-F238E27FC236}">
                <a16:creationId xmlns:a16="http://schemas.microsoft.com/office/drawing/2014/main" id="{12A7D611-DC98-E987-500B-5ECC0A49A5B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7C336F1-6239-3BE6-D455-D6F6F4B16B88}"/>
              </a:ext>
            </a:extLst>
          </p:cNvPr>
          <p:cNvSpPr>
            <a:spLocks noGrp="1"/>
          </p:cNvSpPr>
          <p:nvPr>
            <p:ph type="sldNum" sz="quarter" idx="12"/>
          </p:nvPr>
        </p:nvSpPr>
        <p:spPr/>
        <p:txBody>
          <a:bodyPr/>
          <a:lstStyle/>
          <a:p>
            <a:fld id="{20DF1F39-87D6-4B1B-B0F9-2C2C4E1B4252}" type="slidenum">
              <a:rPr lang="en-IN" smtClean="0"/>
              <a:t>‹#›</a:t>
            </a:fld>
            <a:endParaRPr lang="en-IN"/>
          </a:p>
        </p:txBody>
      </p:sp>
    </p:spTree>
    <p:extLst>
      <p:ext uri="{BB962C8B-B14F-4D97-AF65-F5344CB8AC3E}">
        <p14:creationId xmlns:p14="http://schemas.microsoft.com/office/powerpoint/2010/main" val="64376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80058-AC06-6DDA-EBDF-3EC35F5E4C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294A3BB-0DFB-7FEA-61AC-7A22F35505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1986A3-65C2-33BC-7F67-F1560BCEC4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55CD93-4BB0-AE90-7C16-7554BBC7CD31}"/>
              </a:ext>
            </a:extLst>
          </p:cNvPr>
          <p:cNvSpPr>
            <a:spLocks noGrp="1"/>
          </p:cNvSpPr>
          <p:nvPr>
            <p:ph type="dt" sz="half" idx="10"/>
          </p:nvPr>
        </p:nvSpPr>
        <p:spPr/>
        <p:txBody>
          <a:bodyPr/>
          <a:lstStyle/>
          <a:p>
            <a:fld id="{579E4F8C-DFF0-411A-89B6-BF45E0276B7F}" type="datetimeFigureOut">
              <a:rPr lang="en-IN" smtClean="0"/>
              <a:t>11-09-2026</a:t>
            </a:fld>
            <a:endParaRPr lang="en-IN"/>
          </a:p>
        </p:txBody>
      </p:sp>
      <p:sp>
        <p:nvSpPr>
          <p:cNvPr id="6" name="Footer Placeholder 5">
            <a:extLst>
              <a:ext uri="{FF2B5EF4-FFF2-40B4-BE49-F238E27FC236}">
                <a16:creationId xmlns:a16="http://schemas.microsoft.com/office/drawing/2014/main" id="{65E3CCB6-0518-47CB-79F0-6E0D7C7FE8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BD7C4D-0AD0-E1A6-A988-1AEBE1450C1A}"/>
              </a:ext>
            </a:extLst>
          </p:cNvPr>
          <p:cNvSpPr>
            <a:spLocks noGrp="1"/>
          </p:cNvSpPr>
          <p:nvPr>
            <p:ph type="sldNum" sz="quarter" idx="12"/>
          </p:nvPr>
        </p:nvSpPr>
        <p:spPr/>
        <p:txBody>
          <a:bodyPr/>
          <a:lstStyle/>
          <a:p>
            <a:fld id="{20DF1F39-87D6-4B1B-B0F9-2C2C4E1B4252}" type="slidenum">
              <a:rPr lang="en-IN" smtClean="0"/>
              <a:t>‹#›</a:t>
            </a:fld>
            <a:endParaRPr lang="en-IN"/>
          </a:p>
        </p:txBody>
      </p:sp>
    </p:spTree>
    <p:extLst>
      <p:ext uri="{BB962C8B-B14F-4D97-AF65-F5344CB8AC3E}">
        <p14:creationId xmlns:p14="http://schemas.microsoft.com/office/powerpoint/2010/main" val="2212445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53773-C84B-E24D-1755-F674D6D7AC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5FBCF3D-2B08-8119-CB43-C1C9687889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3270E45-6394-FB9A-E396-FBC7149D34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E2B5B9-38BB-4986-BA63-678B425E8403}"/>
              </a:ext>
            </a:extLst>
          </p:cNvPr>
          <p:cNvSpPr>
            <a:spLocks noGrp="1"/>
          </p:cNvSpPr>
          <p:nvPr>
            <p:ph type="dt" sz="half" idx="10"/>
          </p:nvPr>
        </p:nvSpPr>
        <p:spPr/>
        <p:txBody>
          <a:bodyPr/>
          <a:lstStyle/>
          <a:p>
            <a:fld id="{579E4F8C-DFF0-411A-89B6-BF45E0276B7F}" type="datetimeFigureOut">
              <a:rPr lang="en-IN" smtClean="0"/>
              <a:t>11-09-2026</a:t>
            </a:fld>
            <a:endParaRPr lang="en-IN"/>
          </a:p>
        </p:txBody>
      </p:sp>
      <p:sp>
        <p:nvSpPr>
          <p:cNvPr id="6" name="Footer Placeholder 5">
            <a:extLst>
              <a:ext uri="{FF2B5EF4-FFF2-40B4-BE49-F238E27FC236}">
                <a16:creationId xmlns:a16="http://schemas.microsoft.com/office/drawing/2014/main" id="{984D97F5-BFEA-F171-3F11-12A8B58A58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EC7072-9527-175D-9ACE-A131889C7DAA}"/>
              </a:ext>
            </a:extLst>
          </p:cNvPr>
          <p:cNvSpPr>
            <a:spLocks noGrp="1"/>
          </p:cNvSpPr>
          <p:nvPr>
            <p:ph type="sldNum" sz="quarter" idx="12"/>
          </p:nvPr>
        </p:nvSpPr>
        <p:spPr/>
        <p:txBody>
          <a:bodyPr/>
          <a:lstStyle/>
          <a:p>
            <a:fld id="{20DF1F39-87D6-4B1B-B0F9-2C2C4E1B4252}" type="slidenum">
              <a:rPr lang="en-IN" smtClean="0"/>
              <a:t>‹#›</a:t>
            </a:fld>
            <a:endParaRPr lang="en-IN"/>
          </a:p>
        </p:txBody>
      </p:sp>
    </p:spTree>
    <p:extLst>
      <p:ext uri="{BB962C8B-B14F-4D97-AF65-F5344CB8AC3E}">
        <p14:creationId xmlns:p14="http://schemas.microsoft.com/office/powerpoint/2010/main" val="2624758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EDD63-F190-7DC9-FA5C-6DA1C69DF5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21706E3-17B7-8D65-FFDF-60A1A668B5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7ECE94-02C9-C8F6-A5C6-83687B3BB3F5}"/>
              </a:ext>
            </a:extLst>
          </p:cNvPr>
          <p:cNvSpPr>
            <a:spLocks noGrp="1"/>
          </p:cNvSpPr>
          <p:nvPr>
            <p:ph type="dt" sz="half" idx="10"/>
          </p:nvPr>
        </p:nvSpPr>
        <p:spPr/>
        <p:txBody>
          <a:bodyPr/>
          <a:lstStyle/>
          <a:p>
            <a:fld id="{579E4F8C-DFF0-411A-89B6-BF45E0276B7F}" type="datetimeFigureOut">
              <a:rPr lang="en-IN" smtClean="0"/>
              <a:t>11-09-2026</a:t>
            </a:fld>
            <a:endParaRPr lang="en-IN"/>
          </a:p>
        </p:txBody>
      </p:sp>
      <p:sp>
        <p:nvSpPr>
          <p:cNvPr id="5" name="Footer Placeholder 4">
            <a:extLst>
              <a:ext uri="{FF2B5EF4-FFF2-40B4-BE49-F238E27FC236}">
                <a16:creationId xmlns:a16="http://schemas.microsoft.com/office/drawing/2014/main" id="{60D4FEB3-6E20-E398-D953-A710B77D84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02791B-0743-D941-6660-644AE20544C4}"/>
              </a:ext>
            </a:extLst>
          </p:cNvPr>
          <p:cNvSpPr>
            <a:spLocks noGrp="1"/>
          </p:cNvSpPr>
          <p:nvPr>
            <p:ph type="sldNum" sz="quarter" idx="12"/>
          </p:nvPr>
        </p:nvSpPr>
        <p:spPr/>
        <p:txBody>
          <a:bodyPr/>
          <a:lstStyle/>
          <a:p>
            <a:fld id="{20DF1F39-87D6-4B1B-B0F9-2C2C4E1B4252}" type="slidenum">
              <a:rPr lang="en-IN" smtClean="0"/>
              <a:t>‹#›</a:t>
            </a:fld>
            <a:endParaRPr lang="en-IN"/>
          </a:p>
        </p:txBody>
      </p:sp>
    </p:spTree>
    <p:extLst>
      <p:ext uri="{BB962C8B-B14F-4D97-AF65-F5344CB8AC3E}">
        <p14:creationId xmlns:p14="http://schemas.microsoft.com/office/powerpoint/2010/main" val="4233829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68A9AA-36D3-DD0E-F555-11CC1F2AF8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4BC837-E248-DB58-3250-A04424ECBD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605B5A-AA28-71DD-AD30-8DD88DE80220}"/>
              </a:ext>
            </a:extLst>
          </p:cNvPr>
          <p:cNvSpPr>
            <a:spLocks noGrp="1"/>
          </p:cNvSpPr>
          <p:nvPr>
            <p:ph type="dt" sz="half" idx="10"/>
          </p:nvPr>
        </p:nvSpPr>
        <p:spPr/>
        <p:txBody>
          <a:bodyPr/>
          <a:lstStyle/>
          <a:p>
            <a:fld id="{579E4F8C-DFF0-411A-89B6-BF45E0276B7F}" type="datetimeFigureOut">
              <a:rPr lang="en-IN" smtClean="0"/>
              <a:t>11-09-2026</a:t>
            </a:fld>
            <a:endParaRPr lang="en-IN"/>
          </a:p>
        </p:txBody>
      </p:sp>
      <p:sp>
        <p:nvSpPr>
          <p:cNvPr id="5" name="Footer Placeholder 4">
            <a:extLst>
              <a:ext uri="{FF2B5EF4-FFF2-40B4-BE49-F238E27FC236}">
                <a16:creationId xmlns:a16="http://schemas.microsoft.com/office/drawing/2014/main" id="{6CC73639-B06D-EBAF-17D2-EF2F4E4237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18039F-6D6F-23AA-32CE-9365EB02E5B0}"/>
              </a:ext>
            </a:extLst>
          </p:cNvPr>
          <p:cNvSpPr>
            <a:spLocks noGrp="1"/>
          </p:cNvSpPr>
          <p:nvPr>
            <p:ph type="sldNum" sz="quarter" idx="12"/>
          </p:nvPr>
        </p:nvSpPr>
        <p:spPr/>
        <p:txBody>
          <a:bodyPr/>
          <a:lstStyle/>
          <a:p>
            <a:fld id="{20DF1F39-87D6-4B1B-B0F9-2C2C4E1B4252}" type="slidenum">
              <a:rPr lang="en-IN" smtClean="0"/>
              <a:t>‹#›</a:t>
            </a:fld>
            <a:endParaRPr lang="en-IN"/>
          </a:p>
        </p:txBody>
      </p:sp>
    </p:spTree>
    <p:extLst>
      <p:ext uri="{BB962C8B-B14F-4D97-AF65-F5344CB8AC3E}">
        <p14:creationId xmlns:p14="http://schemas.microsoft.com/office/powerpoint/2010/main" val="1217110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162E3A-D45C-6AAB-8BF2-1E83777057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B76F5C1-FC22-B8FC-232D-071C96B24C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3C572D-54B7-5868-6F44-50E0844D78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9E4F8C-DFF0-411A-89B6-BF45E0276B7F}" type="datetimeFigureOut">
              <a:rPr lang="en-IN" smtClean="0"/>
              <a:t>11-09-2026</a:t>
            </a:fld>
            <a:endParaRPr lang="en-IN"/>
          </a:p>
        </p:txBody>
      </p:sp>
      <p:sp>
        <p:nvSpPr>
          <p:cNvPr id="5" name="Footer Placeholder 4">
            <a:extLst>
              <a:ext uri="{FF2B5EF4-FFF2-40B4-BE49-F238E27FC236}">
                <a16:creationId xmlns:a16="http://schemas.microsoft.com/office/drawing/2014/main" id="{5622CE26-0528-AE60-54CD-A49954397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EA56039-450D-AE1C-FC2D-7F72E82E5D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DF1F39-87D6-4B1B-B0F9-2C2C4E1B4252}" type="slidenum">
              <a:rPr lang="en-IN" smtClean="0"/>
              <a:t>‹#›</a:t>
            </a:fld>
            <a:endParaRPr lang="en-IN"/>
          </a:p>
        </p:txBody>
      </p:sp>
    </p:spTree>
    <p:extLst>
      <p:ext uri="{BB962C8B-B14F-4D97-AF65-F5344CB8AC3E}">
        <p14:creationId xmlns:p14="http://schemas.microsoft.com/office/powerpoint/2010/main" val="24260597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2C8C5-7095-3B26-8BAA-7AC21F4202AA}"/>
              </a:ext>
            </a:extLst>
          </p:cNvPr>
          <p:cNvSpPr>
            <a:spLocks noGrp="1"/>
          </p:cNvSpPr>
          <p:nvPr>
            <p:ph type="ctrTitle"/>
          </p:nvPr>
        </p:nvSpPr>
        <p:spPr/>
        <p:txBody>
          <a:bodyPr>
            <a:normAutofit fontScale="90000"/>
          </a:bodyPr>
          <a:lstStyle/>
          <a:p>
            <a:r>
              <a:rPr lang="en-IN" dirty="0">
                <a:latin typeface="Arial" panose="020B0604020202020204" pitchFamily="34" charset="0"/>
                <a:cs typeface="Arial" panose="020B0604020202020204" pitchFamily="34" charset="0"/>
              </a:rPr>
              <a:t>IBM University Engagement Project Submission</a:t>
            </a:r>
          </a:p>
        </p:txBody>
      </p:sp>
      <p:sp>
        <p:nvSpPr>
          <p:cNvPr id="3" name="Subtitle 2">
            <a:extLst>
              <a:ext uri="{FF2B5EF4-FFF2-40B4-BE49-F238E27FC236}">
                <a16:creationId xmlns:a16="http://schemas.microsoft.com/office/drawing/2014/main" id="{BB8681C9-20F7-4B9C-C0BE-4806CDE7C263}"/>
              </a:ext>
            </a:extLst>
          </p:cNvPr>
          <p:cNvSpPr>
            <a:spLocks noGrp="1"/>
          </p:cNvSpPr>
          <p:nvPr>
            <p:ph type="subTitle" idx="1"/>
          </p:nvPr>
        </p:nvSpPr>
        <p:spPr/>
        <p:txBody>
          <a:bodyPr>
            <a:normAutofit/>
          </a:bodyPr>
          <a:lstStyle/>
          <a:p>
            <a:r>
              <a:rPr lang="en-IN" sz="2000" dirty="0">
                <a:latin typeface="Arial" panose="020B0604020202020204" pitchFamily="34" charset="0"/>
                <a:cs typeface="Arial" panose="020B0604020202020204" pitchFamily="34" charset="0"/>
              </a:rPr>
              <a:t>“Exploring the Power of Agentic AI with IBM Granite and IBM Bob”</a:t>
            </a:r>
          </a:p>
        </p:txBody>
      </p:sp>
    </p:spTree>
    <p:extLst>
      <p:ext uri="{BB962C8B-B14F-4D97-AF65-F5344CB8AC3E}">
        <p14:creationId xmlns:p14="http://schemas.microsoft.com/office/powerpoint/2010/main" val="4011539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E7D67-23A4-048D-5822-C77B372F4657}"/>
              </a:ext>
            </a:extLst>
          </p:cNvPr>
          <p:cNvSpPr>
            <a:spLocks noGrp="1"/>
          </p:cNvSpPr>
          <p:nvPr>
            <p:ph type="title"/>
          </p:nvPr>
        </p:nvSpPr>
        <p:spPr>
          <a:xfrm>
            <a:off x="838200" y="500062"/>
            <a:ext cx="10515600" cy="1325563"/>
          </a:xfrm>
        </p:spPr>
        <p:txBody>
          <a:bodyPr>
            <a:normAutofit/>
          </a:bodyPr>
          <a:lstStyle/>
          <a:p>
            <a:r>
              <a:rPr lang="en-IN" sz="3100" b="1" dirty="0">
                <a:latin typeface="Arial" panose="020B0604020202020204" pitchFamily="34" charset="0"/>
                <a:cs typeface="Arial" panose="020B0604020202020204" pitchFamily="34" charset="0"/>
              </a:rPr>
              <a:t>Project Title- </a:t>
            </a:r>
            <a:r>
              <a:rPr lang="en-IN" sz="2200" dirty="0">
                <a:latin typeface="Arial" panose="020B0604020202020204" pitchFamily="34" charset="0"/>
                <a:cs typeface="Arial" panose="020B0604020202020204" pitchFamily="34" charset="0"/>
              </a:rPr>
              <a:t>Course Content Simplification agent</a:t>
            </a:r>
            <a:br>
              <a:rPr lang="en-IN" dirty="0">
                <a:latin typeface="Arial" panose="020B0604020202020204" pitchFamily="34" charset="0"/>
                <a:cs typeface="Arial" panose="020B0604020202020204" pitchFamily="34" charset="0"/>
              </a:rPr>
            </a:br>
            <a:r>
              <a:rPr lang="en-IN" sz="3100" b="1" dirty="0">
                <a:latin typeface="Arial" panose="020B0604020202020204" pitchFamily="34" charset="0"/>
                <a:cs typeface="Arial" panose="020B0604020202020204" pitchFamily="34" charset="0"/>
              </a:rPr>
              <a:t>Domain of Project </a:t>
            </a:r>
            <a:r>
              <a:rPr lang="en-IN" sz="3100" dirty="0">
                <a:latin typeface="Arial" panose="020B0604020202020204" pitchFamily="34" charset="0"/>
                <a:cs typeface="Arial" panose="020B0604020202020204" pitchFamily="34" charset="0"/>
              </a:rPr>
              <a:t>-</a:t>
            </a:r>
            <a:r>
              <a:rPr lang="en-IN" sz="2000" dirty="0">
                <a:latin typeface="Arial" panose="020B0604020202020204" pitchFamily="34" charset="0"/>
                <a:cs typeface="Arial" panose="020B0604020202020204" pitchFamily="34" charset="0"/>
              </a:rPr>
              <a:t>Education</a:t>
            </a:r>
          </a:p>
        </p:txBody>
      </p:sp>
      <p:graphicFrame>
        <p:nvGraphicFramePr>
          <p:cNvPr id="4" name="Content Placeholder 3">
            <a:extLst>
              <a:ext uri="{FF2B5EF4-FFF2-40B4-BE49-F238E27FC236}">
                <a16:creationId xmlns:a16="http://schemas.microsoft.com/office/drawing/2014/main" id="{958FFE9D-FBE9-3A14-168A-9E5D4C9BFDFE}"/>
              </a:ext>
            </a:extLst>
          </p:cNvPr>
          <p:cNvGraphicFramePr>
            <a:graphicFrameLocks noGrp="1"/>
          </p:cNvGraphicFramePr>
          <p:nvPr>
            <p:ph idx="1"/>
            <p:extLst>
              <p:ext uri="{D42A27DB-BD31-4B8C-83A1-F6EECF244321}">
                <p14:modId xmlns:p14="http://schemas.microsoft.com/office/powerpoint/2010/main" val="1803008899"/>
              </p:ext>
            </p:extLst>
          </p:nvPr>
        </p:nvGraphicFramePr>
        <p:xfrm>
          <a:off x="481782" y="2104102"/>
          <a:ext cx="11169444" cy="2718621"/>
        </p:xfrm>
        <a:graphic>
          <a:graphicData uri="http://schemas.openxmlformats.org/drawingml/2006/table">
            <a:tbl>
              <a:tblPr firstRow="1" bandRow="1">
                <a:tableStyleId>{5C22544A-7EE6-4342-B048-85BDC9FD1C3A}</a:tableStyleId>
              </a:tblPr>
              <a:tblGrid>
                <a:gridCol w="2497392">
                  <a:extLst>
                    <a:ext uri="{9D8B030D-6E8A-4147-A177-3AD203B41FA5}">
                      <a16:colId xmlns:a16="http://schemas.microsoft.com/office/drawing/2014/main" val="2630320815"/>
                    </a:ext>
                  </a:extLst>
                </a:gridCol>
                <a:gridCol w="2989007">
                  <a:extLst>
                    <a:ext uri="{9D8B030D-6E8A-4147-A177-3AD203B41FA5}">
                      <a16:colId xmlns:a16="http://schemas.microsoft.com/office/drawing/2014/main" val="577506277"/>
                    </a:ext>
                  </a:extLst>
                </a:gridCol>
                <a:gridCol w="2890684">
                  <a:extLst>
                    <a:ext uri="{9D8B030D-6E8A-4147-A177-3AD203B41FA5}">
                      <a16:colId xmlns:a16="http://schemas.microsoft.com/office/drawing/2014/main" val="2403783152"/>
                    </a:ext>
                  </a:extLst>
                </a:gridCol>
                <a:gridCol w="2792361">
                  <a:extLst>
                    <a:ext uri="{9D8B030D-6E8A-4147-A177-3AD203B41FA5}">
                      <a16:colId xmlns:a16="http://schemas.microsoft.com/office/drawing/2014/main" val="1399602329"/>
                    </a:ext>
                  </a:extLst>
                </a:gridCol>
              </a:tblGrid>
              <a:tr h="875072">
                <a:tc>
                  <a:txBody>
                    <a:bodyPr/>
                    <a:lstStyle/>
                    <a:p>
                      <a:endParaRPr lang="en-US" dirty="0"/>
                    </a:p>
                    <a:p>
                      <a:r>
                        <a:rPr lang="en-IN" dirty="0"/>
                        <a:t>         </a:t>
                      </a:r>
                      <a:r>
                        <a:rPr lang="en-IN" dirty="0">
                          <a:solidFill>
                            <a:schemeClr val="tx1"/>
                          </a:solidFill>
                        </a:rPr>
                        <a:t>Student Name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p>
                      <a:r>
                        <a:rPr lang="en-IN" dirty="0">
                          <a:solidFill>
                            <a:schemeClr val="tx1"/>
                          </a:solidFill>
                        </a:rPr>
                        <a:t>  Recent Passport Photo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p>
                      <a:r>
                        <a:rPr lang="en-IN" dirty="0">
                          <a:solidFill>
                            <a:schemeClr val="tx1"/>
                          </a:solidFill>
                        </a:rPr>
                        <a:t>                Email ID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US" dirty="0"/>
                    </a:p>
                    <a:p>
                      <a:r>
                        <a:rPr lang="en-IN" dirty="0">
                          <a:solidFill>
                            <a:schemeClr val="tx1"/>
                          </a:solidFill>
                        </a:rPr>
                        <a:t>        Mobile number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0147543"/>
                  </a:ext>
                </a:extLst>
              </a:tr>
              <a:tr h="1843549">
                <a:tc>
                  <a:txBody>
                    <a:bodyPr/>
                    <a:lstStyle/>
                    <a:p>
                      <a:r>
                        <a:rPr lang="en-US" dirty="0"/>
                        <a:t>  Nandu Telukuntla</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telukuntlanandu@gmail.com</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7386774403</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8811400"/>
                  </a:ext>
                </a:extLst>
              </a:tr>
            </a:tbl>
          </a:graphicData>
        </a:graphic>
      </p:graphicFrame>
      <p:pic>
        <p:nvPicPr>
          <p:cNvPr id="8" name="Picture 7">
            <a:extLst>
              <a:ext uri="{FF2B5EF4-FFF2-40B4-BE49-F238E27FC236}">
                <a16:creationId xmlns:a16="http://schemas.microsoft.com/office/drawing/2014/main" id="{CE8F4E38-ABCE-240F-01F6-AEC532B1BCDD}"/>
              </a:ext>
            </a:extLst>
          </p:cNvPr>
          <p:cNvPicPr>
            <a:picLocks noChangeAspect="1"/>
          </p:cNvPicPr>
          <p:nvPr/>
        </p:nvPicPr>
        <p:blipFill>
          <a:blip r:embed="rId2"/>
          <a:stretch>
            <a:fillRect/>
          </a:stretch>
        </p:blipFill>
        <p:spPr>
          <a:xfrm>
            <a:off x="3765755" y="3044289"/>
            <a:ext cx="1366684" cy="1626034"/>
          </a:xfrm>
          <a:prstGeom prst="rect">
            <a:avLst/>
          </a:prstGeom>
        </p:spPr>
      </p:pic>
    </p:spTree>
    <p:extLst>
      <p:ext uri="{BB962C8B-B14F-4D97-AF65-F5344CB8AC3E}">
        <p14:creationId xmlns:p14="http://schemas.microsoft.com/office/powerpoint/2010/main" val="260957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78388-8CB4-7B0B-D04E-C6E609CF5545}"/>
              </a:ext>
            </a:extLst>
          </p:cNvPr>
          <p:cNvSpPr>
            <a:spLocks noGrp="1"/>
          </p:cNvSpPr>
          <p:nvPr>
            <p:ph type="title"/>
          </p:nvPr>
        </p:nvSpPr>
        <p:spPr>
          <a:xfrm>
            <a:off x="481781" y="-206477"/>
            <a:ext cx="10872019" cy="1130709"/>
          </a:xfrm>
        </p:spPr>
        <p:txBody>
          <a:bodyPr>
            <a:normAutofit/>
          </a:bodyPr>
          <a:lstStyle/>
          <a:p>
            <a:r>
              <a:rPr lang="en-IN" sz="2800" b="1" dirty="0">
                <a:latin typeface="Arial" panose="020B0604020202020204" pitchFamily="34" charset="0"/>
                <a:cs typeface="Arial" panose="020B0604020202020204" pitchFamily="34" charset="0"/>
              </a:rPr>
              <a:t>Problem Statement </a:t>
            </a:r>
            <a:r>
              <a:rPr lang="en-IN" dirty="0"/>
              <a:t>-</a:t>
            </a:r>
            <a:r>
              <a:rPr lang="en-IN" dirty="0">
                <a:latin typeface="Arial" panose="020B0604020202020204" pitchFamily="34" charset="0"/>
                <a:cs typeface="Arial" panose="020B0604020202020204" pitchFamily="34" charset="0"/>
              </a:rPr>
              <a:t> </a:t>
            </a:r>
            <a:r>
              <a:rPr lang="en-IN" sz="2200" dirty="0">
                <a:latin typeface="Arial" panose="020B0604020202020204" pitchFamily="34" charset="0"/>
                <a:cs typeface="Arial" panose="020B0604020202020204" pitchFamily="34" charset="0"/>
              </a:rPr>
              <a:t>Course Content Simplification agent</a:t>
            </a:r>
            <a:endParaRPr lang="en-IN" sz="2200" dirty="0"/>
          </a:p>
        </p:txBody>
      </p:sp>
      <p:sp>
        <p:nvSpPr>
          <p:cNvPr id="3" name="Content Placeholder 2">
            <a:extLst>
              <a:ext uri="{FF2B5EF4-FFF2-40B4-BE49-F238E27FC236}">
                <a16:creationId xmlns:a16="http://schemas.microsoft.com/office/drawing/2014/main" id="{41F930B7-9104-B048-CEF4-B08E0C5B6B8A}"/>
              </a:ext>
            </a:extLst>
          </p:cNvPr>
          <p:cNvSpPr>
            <a:spLocks noGrp="1"/>
          </p:cNvSpPr>
          <p:nvPr>
            <p:ph idx="1"/>
          </p:nvPr>
        </p:nvSpPr>
        <p:spPr>
          <a:xfrm>
            <a:off x="481782" y="757084"/>
            <a:ext cx="10872018" cy="6100916"/>
          </a:xfrm>
        </p:spPr>
        <p:txBody>
          <a:bodyPr>
            <a:normAutofit/>
          </a:bodyPr>
          <a:lstStyle/>
          <a:p>
            <a:pPr marL="0" indent="0">
              <a:lnSpc>
                <a:spcPct val="100000"/>
              </a:lnSpc>
              <a:buNone/>
            </a:pPr>
            <a:r>
              <a:rPr lang="en-US" sz="2000" b="1" dirty="0">
                <a:latin typeface="Arial" panose="020B0604020202020204" pitchFamily="34" charset="0"/>
                <a:cs typeface="Arial" panose="020B0604020202020204" pitchFamily="34" charset="0"/>
              </a:rPr>
              <a:t>The Challenge </a:t>
            </a:r>
            <a:r>
              <a:rPr lang="en-US" sz="2000" dirty="0"/>
              <a:t>– </a:t>
            </a:r>
            <a:r>
              <a:rPr lang="en-US" sz="2000" dirty="0">
                <a:latin typeface="Arial" panose="020B0604020202020204" pitchFamily="34" charset="0"/>
                <a:cs typeface="Arial" panose="020B0604020202020204" pitchFamily="34" charset="0"/>
              </a:rPr>
              <a:t>Educational materials often vary in complexity and are not always accessible to learners with different levels of prior knowledge. Students may struggle to grasp key concepts due to jargon-heavy or overly advanced explanations in faculty notes and textbooks. The challenge is to develop an AI-powered agent that can intelligently analyze academic content and reframe explanations based on the learner's current proficiency—ranging from beginner to expert. This would support more inclusive learning and personalized education delivery at scale</a:t>
            </a:r>
          </a:p>
          <a:p>
            <a:pPr marL="0" indent="0">
              <a:lnSpc>
                <a:spcPct val="100000"/>
              </a:lnSpc>
              <a:buNone/>
            </a:pPr>
            <a:r>
              <a:rPr lang="en-IN" sz="2000" b="1" dirty="0">
                <a:latin typeface="Arial" panose="020B0604020202020204" pitchFamily="34" charset="0"/>
                <a:cs typeface="Arial" panose="020B0604020202020204" pitchFamily="34" charset="0"/>
              </a:rPr>
              <a:t>The Objective</a:t>
            </a:r>
          </a:p>
          <a:p>
            <a:pPr marL="0" indent="0">
              <a:lnSpc>
                <a:spcPct val="100000"/>
              </a:lnSpc>
              <a:buNone/>
            </a:pPr>
            <a:r>
              <a:rPr lang="en-US" sz="2000" dirty="0">
                <a:latin typeface="Arial" panose="020B0604020202020204" pitchFamily="34" charset="0"/>
                <a:cs typeface="Arial" panose="020B0604020202020204" pitchFamily="34" charset="0"/>
              </a:rPr>
              <a:t>Build an AI-powered agent that simplifies course content based on the learner’s proficiency level.</a:t>
            </a:r>
          </a:p>
          <a:p>
            <a:pPr>
              <a:lnSpc>
                <a:spcPct val="100000"/>
              </a:lnSpc>
            </a:pPr>
            <a:r>
              <a:rPr lang="en-US" sz="2000" dirty="0">
                <a:latin typeface="Arial" panose="020B0604020202020204" pitchFamily="34" charset="0"/>
                <a:cs typeface="Arial" panose="020B0604020202020204" pitchFamily="34" charset="0"/>
              </a:rPr>
              <a:t>Accept and analyze course material</a:t>
            </a:r>
          </a:p>
          <a:p>
            <a:pPr>
              <a:lnSpc>
                <a:spcPct val="100000"/>
              </a:lnSpc>
            </a:pPr>
            <a:r>
              <a:rPr lang="en-US" sz="2000" dirty="0">
                <a:latin typeface="Arial" panose="020B0604020202020204" pitchFamily="34" charset="0"/>
                <a:cs typeface="Arial" panose="020B0604020202020204" pitchFamily="34" charset="0"/>
              </a:rPr>
              <a:t>Identify key concepts and learner level</a:t>
            </a:r>
          </a:p>
          <a:p>
            <a:pPr>
              <a:lnSpc>
                <a:spcPct val="100000"/>
              </a:lnSpc>
            </a:pPr>
            <a:r>
              <a:rPr lang="en-US" sz="2000" dirty="0">
                <a:latin typeface="Arial" panose="020B0604020202020204" pitchFamily="34" charset="0"/>
                <a:cs typeface="Arial" panose="020B0604020202020204" pitchFamily="34" charset="0"/>
              </a:rPr>
              <a:t>Simplify or expand explanations</a:t>
            </a:r>
          </a:p>
          <a:p>
            <a:pPr>
              <a:lnSpc>
                <a:spcPct val="100000"/>
              </a:lnSpc>
            </a:pPr>
            <a:r>
              <a:rPr lang="en-US" sz="2000" dirty="0">
                <a:latin typeface="Arial" panose="020B0604020202020204" pitchFamily="34" charset="0"/>
                <a:cs typeface="Arial" panose="020B0604020202020204" pitchFamily="34" charset="0"/>
              </a:rPr>
              <a:t>Provide examples and summaries</a:t>
            </a:r>
          </a:p>
          <a:p>
            <a:pPr>
              <a:lnSpc>
                <a:spcPct val="100000"/>
              </a:lnSpc>
            </a:pPr>
            <a:r>
              <a:rPr lang="en-US" sz="2000" dirty="0">
                <a:latin typeface="Arial" panose="020B0604020202020204" pitchFamily="34" charset="0"/>
                <a:cs typeface="Arial" panose="020B0604020202020204" pitchFamily="34" charset="0"/>
              </a:rPr>
              <a:t>Answer follow-up questions</a:t>
            </a:r>
          </a:p>
          <a:p>
            <a:pPr>
              <a:lnSpc>
                <a:spcPct val="100000"/>
              </a:lnSpc>
            </a:pPr>
            <a:r>
              <a:rPr lang="en-US" sz="2000" dirty="0">
                <a:latin typeface="Arial" panose="020B0604020202020204" pitchFamily="34" charset="0"/>
                <a:cs typeface="Arial" panose="020B0604020202020204" pitchFamily="34" charset="0"/>
              </a:rPr>
              <a:t>Preserve the original meaning</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30954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BED26-56EF-E04F-7104-AAF837AB439A}"/>
              </a:ext>
            </a:extLst>
          </p:cNvPr>
          <p:cNvSpPr>
            <a:spLocks noGrp="1"/>
          </p:cNvSpPr>
          <p:nvPr>
            <p:ph type="title"/>
          </p:nvPr>
        </p:nvSpPr>
        <p:spPr>
          <a:xfrm>
            <a:off x="838200" y="365125"/>
            <a:ext cx="10515600" cy="922901"/>
          </a:xfrm>
        </p:spPr>
        <p:txBody>
          <a:bodyPr>
            <a:normAutofit/>
          </a:bodyPr>
          <a:lstStyle/>
          <a:p>
            <a:r>
              <a:rPr lang="en-IN" sz="2800" b="1" dirty="0">
                <a:latin typeface="Arial" panose="020B0604020202020204" pitchFamily="34" charset="0"/>
                <a:cs typeface="Arial" panose="020B0604020202020204" pitchFamily="34" charset="0"/>
              </a:rPr>
              <a:t>Proposed Solution</a:t>
            </a:r>
          </a:p>
        </p:txBody>
      </p:sp>
      <p:sp>
        <p:nvSpPr>
          <p:cNvPr id="3" name="Content Placeholder 2">
            <a:extLst>
              <a:ext uri="{FF2B5EF4-FFF2-40B4-BE49-F238E27FC236}">
                <a16:creationId xmlns:a16="http://schemas.microsoft.com/office/drawing/2014/main" id="{83A35ABF-0EED-AD0A-B420-3BD6D3A44C14}"/>
              </a:ext>
            </a:extLst>
          </p:cNvPr>
          <p:cNvSpPr>
            <a:spLocks noGrp="1"/>
          </p:cNvSpPr>
          <p:nvPr>
            <p:ph idx="1"/>
          </p:nvPr>
        </p:nvSpPr>
        <p:spPr>
          <a:xfrm>
            <a:off x="838200" y="1356852"/>
            <a:ext cx="10515600" cy="4820111"/>
          </a:xfrm>
        </p:spPr>
        <p:txBody>
          <a:bodyPr>
            <a:normAutofit/>
          </a:bodyPr>
          <a:lstStyle/>
          <a:p>
            <a:pPr marL="0" indent="0">
              <a:buNone/>
            </a:pPr>
            <a:r>
              <a:rPr lang="en-US" sz="2000" dirty="0"/>
              <a:t>An AI-powered Course Content Simplification Agent that transforms complex educational material into learner-friendly explanations.</a:t>
            </a:r>
          </a:p>
          <a:p>
            <a:r>
              <a:rPr lang="en-US" sz="2000" dirty="0"/>
              <a:t>Analyzes course material and identifies key concepts.</a:t>
            </a:r>
          </a:p>
          <a:p>
            <a:r>
              <a:rPr lang="en-US" sz="2000" dirty="0"/>
              <a:t>Adapts explanations to beginner, intermediate, or expert levels.</a:t>
            </a:r>
          </a:p>
          <a:p>
            <a:r>
              <a:rPr lang="en-US" sz="2000" dirty="0"/>
              <a:t>Simplifies jargon and provides examples or analogies.</a:t>
            </a:r>
          </a:p>
          <a:p>
            <a:r>
              <a:rPr lang="en-US" sz="2000" dirty="0"/>
              <a:t>Generates summaries and answers follow-up questions.</a:t>
            </a:r>
          </a:p>
          <a:p>
            <a:r>
              <a:rPr lang="en-US" sz="2000" dirty="0"/>
              <a:t>Preserves the original meaning of the content.</a:t>
            </a:r>
            <a:endParaRPr lang="en-IN" sz="2000" dirty="0"/>
          </a:p>
        </p:txBody>
      </p:sp>
    </p:spTree>
    <p:extLst>
      <p:ext uri="{BB962C8B-B14F-4D97-AF65-F5344CB8AC3E}">
        <p14:creationId xmlns:p14="http://schemas.microsoft.com/office/powerpoint/2010/main" val="3517037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4235D-8C8D-2163-1594-876418521D74}"/>
              </a:ext>
            </a:extLst>
          </p:cNvPr>
          <p:cNvSpPr>
            <a:spLocks noGrp="1"/>
          </p:cNvSpPr>
          <p:nvPr>
            <p:ph type="title"/>
          </p:nvPr>
        </p:nvSpPr>
        <p:spPr>
          <a:xfrm>
            <a:off x="553064" y="467928"/>
            <a:ext cx="10515600" cy="1325563"/>
          </a:xfrm>
        </p:spPr>
        <p:txBody>
          <a:bodyPr/>
          <a:lstStyle/>
          <a:p>
            <a:r>
              <a:rPr lang="en-IN" sz="2800" b="1" dirty="0">
                <a:latin typeface="Arial" panose="020B0604020202020204" pitchFamily="34" charset="0"/>
                <a:cs typeface="Arial" panose="020B0604020202020204" pitchFamily="34" charset="0"/>
              </a:rPr>
              <a:t>Technology Used</a:t>
            </a:r>
            <a:br>
              <a:rPr lang="en-IN" dirty="0"/>
            </a:br>
            <a:endParaRPr lang="en-IN" dirty="0"/>
          </a:p>
        </p:txBody>
      </p:sp>
      <p:sp>
        <p:nvSpPr>
          <p:cNvPr id="3" name="Content Placeholder 2">
            <a:extLst>
              <a:ext uri="{FF2B5EF4-FFF2-40B4-BE49-F238E27FC236}">
                <a16:creationId xmlns:a16="http://schemas.microsoft.com/office/drawing/2014/main" id="{19E19E57-DF02-2D25-66FB-A8A1C0E4D6B6}"/>
              </a:ext>
            </a:extLst>
          </p:cNvPr>
          <p:cNvSpPr>
            <a:spLocks noGrp="1"/>
          </p:cNvSpPr>
          <p:nvPr>
            <p:ph idx="1"/>
          </p:nvPr>
        </p:nvSpPr>
        <p:spPr>
          <a:xfrm>
            <a:off x="727587" y="835742"/>
            <a:ext cx="10626213" cy="5341221"/>
          </a:xfrm>
        </p:spPr>
        <p:txBody>
          <a:bodyPr>
            <a:normAutofit/>
          </a:bodyPr>
          <a:lstStyle/>
          <a:p>
            <a:pPr marL="0" indent="0">
              <a:buNone/>
            </a:pPr>
            <a:endParaRPr lang="en-IN" dirty="0"/>
          </a:p>
          <a:p>
            <a:r>
              <a:rPr lang="en-IN" sz="2200" dirty="0">
                <a:latin typeface="Arial" panose="020B0604020202020204" pitchFamily="34" charset="0"/>
                <a:cs typeface="Arial" panose="020B0604020202020204" pitchFamily="34" charset="0"/>
              </a:rPr>
              <a:t>IBM Bob – AI-powered tool for developing, debugging, and improving the application.</a:t>
            </a:r>
          </a:p>
          <a:p>
            <a:endParaRPr lang="en-IN" sz="2200" dirty="0">
              <a:latin typeface="Arial" panose="020B0604020202020204" pitchFamily="34" charset="0"/>
              <a:cs typeface="Arial" panose="020B0604020202020204" pitchFamily="34" charset="0"/>
            </a:endParaRPr>
          </a:p>
          <a:p>
            <a:r>
              <a:rPr lang="en-IN" sz="2200" dirty="0">
                <a:latin typeface="Arial" panose="020B0604020202020204" pitchFamily="34" charset="0"/>
                <a:cs typeface="Arial" panose="020B0604020202020204" pitchFamily="34" charset="0"/>
              </a:rPr>
              <a:t>IBM Granite Model – For understanding and simplifying course content.</a:t>
            </a:r>
          </a:p>
          <a:p>
            <a:endParaRPr lang="en-IN" sz="2200" dirty="0">
              <a:latin typeface="Arial" panose="020B0604020202020204" pitchFamily="34" charset="0"/>
              <a:cs typeface="Arial" panose="020B0604020202020204" pitchFamily="34" charset="0"/>
            </a:endParaRPr>
          </a:p>
          <a:p>
            <a:r>
              <a:rPr lang="en-IN" sz="2200" dirty="0">
                <a:latin typeface="Arial" panose="020B0604020202020204" pitchFamily="34" charset="0"/>
                <a:cs typeface="Arial" panose="020B0604020202020204" pitchFamily="34" charset="0"/>
              </a:rPr>
              <a:t>IBM watsonx.ai – For AI model integration and deployment.</a:t>
            </a:r>
          </a:p>
          <a:p>
            <a:endParaRPr lang="en-IN" sz="2200" dirty="0">
              <a:latin typeface="Arial" panose="020B0604020202020204" pitchFamily="34" charset="0"/>
              <a:cs typeface="Arial" panose="020B0604020202020204" pitchFamily="34" charset="0"/>
            </a:endParaRPr>
          </a:p>
          <a:p>
            <a:r>
              <a:rPr lang="en-IN" sz="2200" dirty="0">
                <a:latin typeface="Arial" panose="020B0604020202020204" pitchFamily="34" charset="0"/>
                <a:cs typeface="Arial" panose="020B0604020202020204" pitchFamily="34" charset="0"/>
              </a:rPr>
              <a:t>IBM Cloud – For hosting and deploying the application.</a:t>
            </a:r>
          </a:p>
          <a:p>
            <a:endParaRPr lang="en-IN" sz="2200" dirty="0">
              <a:latin typeface="Arial" panose="020B0604020202020204" pitchFamily="34" charset="0"/>
              <a:cs typeface="Arial" panose="020B0604020202020204" pitchFamily="34" charset="0"/>
            </a:endParaRPr>
          </a:p>
          <a:p>
            <a:r>
              <a:rPr lang="en-IN" sz="2200" dirty="0">
                <a:latin typeface="Arial" panose="020B0604020202020204" pitchFamily="34" charset="0"/>
                <a:cs typeface="Arial" panose="020B0604020202020204" pitchFamily="34" charset="0"/>
              </a:rPr>
              <a:t>GitHub – For storing and managing project code.</a:t>
            </a:r>
          </a:p>
        </p:txBody>
      </p:sp>
    </p:spTree>
    <p:extLst>
      <p:ext uri="{BB962C8B-B14F-4D97-AF65-F5344CB8AC3E}">
        <p14:creationId xmlns:p14="http://schemas.microsoft.com/office/powerpoint/2010/main" val="2123641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35CD3-599D-EA83-AFD6-9FBD021362E7}"/>
              </a:ext>
            </a:extLst>
          </p:cNvPr>
          <p:cNvSpPr>
            <a:spLocks noGrp="1"/>
          </p:cNvSpPr>
          <p:nvPr>
            <p:ph type="title"/>
          </p:nvPr>
        </p:nvSpPr>
        <p:spPr>
          <a:xfrm>
            <a:off x="838200" y="365126"/>
            <a:ext cx="10515600" cy="736088"/>
          </a:xfrm>
        </p:spPr>
        <p:txBody>
          <a:bodyPr>
            <a:normAutofit/>
          </a:bodyPr>
          <a:lstStyle/>
          <a:p>
            <a:r>
              <a:rPr lang="en-US" sz="2800" dirty="0">
                <a:latin typeface="Arial" panose="020B0604020202020204" pitchFamily="34" charset="0"/>
                <a:cs typeface="Arial" panose="020B0604020202020204" pitchFamily="34" charset="0"/>
              </a:rPr>
              <a:t>IBM Bob :</a:t>
            </a:r>
            <a:endParaRPr lang="en-IN" sz="2800" dirty="0">
              <a:latin typeface="Arial" panose="020B0604020202020204" pitchFamily="34" charset="0"/>
              <a:cs typeface="Arial" panose="020B0604020202020204" pitchFamily="34" charset="0"/>
            </a:endParaRPr>
          </a:p>
        </p:txBody>
      </p:sp>
      <p:pic>
        <p:nvPicPr>
          <p:cNvPr id="13" name="Content Placeholder 12">
            <a:extLst>
              <a:ext uri="{FF2B5EF4-FFF2-40B4-BE49-F238E27FC236}">
                <a16:creationId xmlns:a16="http://schemas.microsoft.com/office/drawing/2014/main" id="{E68777F8-5D0F-25DA-8042-4975FFC6EE4B}"/>
              </a:ext>
            </a:extLst>
          </p:cNvPr>
          <p:cNvPicPr>
            <a:picLocks noGrp="1" noChangeAspect="1"/>
          </p:cNvPicPr>
          <p:nvPr>
            <p:ph idx="1"/>
          </p:nvPr>
        </p:nvPicPr>
        <p:blipFill>
          <a:blip r:embed="rId2"/>
          <a:stretch>
            <a:fillRect/>
          </a:stretch>
        </p:blipFill>
        <p:spPr>
          <a:xfrm>
            <a:off x="1132575" y="1209368"/>
            <a:ext cx="9564921" cy="4967595"/>
          </a:xfrm>
          <a:prstGeom prst="rect">
            <a:avLst/>
          </a:prstGeom>
        </p:spPr>
      </p:pic>
    </p:spTree>
    <p:extLst>
      <p:ext uri="{BB962C8B-B14F-4D97-AF65-F5344CB8AC3E}">
        <p14:creationId xmlns:p14="http://schemas.microsoft.com/office/powerpoint/2010/main" val="1957235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59AAE13-F8FA-5AF7-9094-98E6F471EA7F}"/>
              </a:ext>
            </a:extLst>
          </p:cNvPr>
          <p:cNvPicPr>
            <a:picLocks noGrp="1" noChangeAspect="1"/>
          </p:cNvPicPr>
          <p:nvPr>
            <p:ph idx="1"/>
          </p:nvPr>
        </p:nvPicPr>
        <p:blipFill>
          <a:blip r:embed="rId2"/>
          <a:stretch>
            <a:fillRect/>
          </a:stretch>
        </p:blipFill>
        <p:spPr>
          <a:xfrm>
            <a:off x="573227" y="560439"/>
            <a:ext cx="10665043" cy="5616524"/>
          </a:xfrm>
          <a:prstGeom prst="rect">
            <a:avLst/>
          </a:prstGeom>
        </p:spPr>
      </p:pic>
    </p:spTree>
    <p:extLst>
      <p:ext uri="{BB962C8B-B14F-4D97-AF65-F5344CB8AC3E}">
        <p14:creationId xmlns:p14="http://schemas.microsoft.com/office/powerpoint/2010/main" val="137649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4FAC046-A39F-2D47-D873-315A4DF6DFA3}"/>
              </a:ext>
            </a:extLst>
          </p:cNvPr>
          <p:cNvPicPr>
            <a:picLocks noGrp="1" noChangeAspect="1"/>
          </p:cNvPicPr>
          <p:nvPr>
            <p:ph idx="1"/>
          </p:nvPr>
        </p:nvPicPr>
        <p:blipFill>
          <a:blip r:embed="rId2"/>
          <a:stretch>
            <a:fillRect/>
          </a:stretch>
        </p:blipFill>
        <p:spPr>
          <a:xfrm>
            <a:off x="1091381" y="894735"/>
            <a:ext cx="9979742" cy="5282228"/>
          </a:xfrm>
          <a:prstGeom prst="rect">
            <a:avLst/>
          </a:prstGeom>
        </p:spPr>
      </p:pic>
    </p:spTree>
    <p:extLst>
      <p:ext uri="{BB962C8B-B14F-4D97-AF65-F5344CB8AC3E}">
        <p14:creationId xmlns:p14="http://schemas.microsoft.com/office/powerpoint/2010/main" val="213572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47FB4-FAB6-A401-AA06-13EF2F6031D7}"/>
              </a:ext>
            </a:extLst>
          </p:cNvPr>
          <p:cNvSpPr>
            <a:spLocks noGrp="1"/>
          </p:cNvSpPr>
          <p:nvPr>
            <p:ph type="title"/>
          </p:nvPr>
        </p:nvSpPr>
        <p:spPr>
          <a:xfrm>
            <a:off x="838200" y="365125"/>
            <a:ext cx="10515600" cy="854075"/>
          </a:xfrm>
        </p:spPr>
        <p:txBody>
          <a:bodyPr>
            <a:normAutofit/>
          </a:bodyPr>
          <a:lstStyle/>
          <a:p>
            <a:r>
              <a:rPr lang="en-IN" sz="2800" b="1" dirty="0">
                <a:latin typeface="Arial" panose="020B0604020202020204" pitchFamily="34" charset="0"/>
                <a:cs typeface="Arial" panose="020B0604020202020204" pitchFamily="34" charset="0"/>
              </a:rPr>
              <a:t>Architecture</a:t>
            </a:r>
          </a:p>
        </p:txBody>
      </p:sp>
      <p:pic>
        <p:nvPicPr>
          <p:cNvPr id="7" name="Content Placeholder 6">
            <a:extLst>
              <a:ext uri="{FF2B5EF4-FFF2-40B4-BE49-F238E27FC236}">
                <a16:creationId xmlns:a16="http://schemas.microsoft.com/office/drawing/2014/main" id="{97457836-F0FA-6B28-AE82-BEE04DF603E1}"/>
              </a:ext>
            </a:extLst>
          </p:cNvPr>
          <p:cNvPicPr>
            <a:picLocks noGrp="1" noChangeAspect="1"/>
          </p:cNvPicPr>
          <p:nvPr>
            <p:ph idx="1"/>
          </p:nvPr>
        </p:nvPicPr>
        <p:blipFill>
          <a:blip r:embed="rId2"/>
          <a:stretch>
            <a:fillRect/>
          </a:stretch>
        </p:blipFill>
        <p:spPr>
          <a:xfrm>
            <a:off x="1267757" y="1081548"/>
            <a:ext cx="9567391" cy="5095415"/>
          </a:xfrm>
          <a:prstGeom prst="rect">
            <a:avLst/>
          </a:prstGeom>
        </p:spPr>
      </p:pic>
    </p:spTree>
    <p:extLst>
      <p:ext uri="{BB962C8B-B14F-4D97-AF65-F5344CB8AC3E}">
        <p14:creationId xmlns:p14="http://schemas.microsoft.com/office/powerpoint/2010/main" val="3599731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EB05F-EE97-D754-2142-3390944B3398}"/>
              </a:ext>
            </a:extLst>
          </p:cNvPr>
          <p:cNvSpPr>
            <a:spLocks noGrp="1"/>
          </p:cNvSpPr>
          <p:nvPr>
            <p:ph type="title"/>
          </p:nvPr>
        </p:nvSpPr>
        <p:spPr>
          <a:xfrm>
            <a:off x="838200" y="365126"/>
            <a:ext cx="10515600" cy="745920"/>
          </a:xfrm>
        </p:spPr>
        <p:txBody>
          <a:bodyPr>
            <a:normAutofit/>
          </a:bodyPr>
          <a:lstStyle/>
          <a:p>
            <a:r>
              <a:rPr lang="en-IN" sz="2800" b="1" dirty="0">
                <a:latin typeface="Arial" panose="020B0604020202020204" pitchFamily="34" charset="0"/>
                <a:cs typeface="Arial" panose="020B0604020202020204" pitchFamily="34" charset="0"/>
              </a:rPr>
              <a:t>Role of Agentic AI in the solution</a:t>
            </a:r>
          </a:p>
        </p:txBody>
      </p:sp>
      <p:sp>
        <p:nvSpPr>
          <p:cNvPr id="3" name="Content Placeholder 2">
            <a:extLst>
              <a:ext uri="{FF2B5EF4-FFF2-40B4-BE49-F238E27FC236}">
                <a16:creationId xmlns:a16="http://schemas.microsoft.com/office/drawing/2014/main" id="{2A61FA99-D652-9BE8-B524-D60926207494}"/>
              </a:ext>
            </a:extLst>
          </p:cNvPr>
          <p:cNvSpPr>
            <a:spLocks noGrp="1"/>
          </p:cNvSpPr>
          <p:nvPr>
            <p:ph idx="1"/>
          </p:nvPr>
        </p:nvSpPr>
        <p:spPr>
          <a:xfrm>
            <a:off x="934064" y="1111046"/>
            <a:ext cx="10419735" cy="5065917"/>
          </a:xfrm>
        </p:spPr>
        <p:txBody>
          <a:bodyPr>
            <a:normAutofit/>
          </a:bodyPr>
          <a:lstStyle/>
          <a:p>
            <a:pPr marL="0" indent="0">
              <a:lnSpc>
                <a:spcPct val="100000"/>
              </a:lnSpc>
              <a:buNone/>
            </a:pPr>
            <a:r>
              <a:rPr lang="en-US" sz="2000" dirty="0">
                <a:latin typeface="Arial" panose="020B0604020202020204" pitchFamily="34" charset="0"/>
                <a:cs typeface="Arial" panose="020B0604020202020204" pitchFamily="34" charset="0"/>
              </a:rPr>
              <a:t>Agentic AI enables the Course Content Simplification Agent to intelligently analyze educational content and adapt the response to the learner.</a:t>
            </a:r>
          </a:p>
          <a:p>
            <a:pPr>
              <a:lnSpc>
                <a:spcPct val="100000"/>
              </a:lnSpc>
            </a:pPr>
            <a:r>
              <a:rPr lang="en-US" sz="2000" dirty="0">
                <a:latin typeface="Arial" panose="020B0604020202020204" pitchFamily="34" charset="0"/>
                <a:cs typeface="Arial" panose="020B0604020202020204" pitchFamily="34" charset="0"/>
              </a:rPr>
              <a:t>Content Analysis – Identifies important concepts from the course material.</a:t>
            </a:r>
          </a:p>
          <a:p>
            <a:pPr>
              <a:lnSpc>
                <a:spcPct val="100000"/>
              </a:lnSpc>
            </a:pPr>
            <a:r>
              <a:rPr lang="en-US" sz="2000" dirty="0">
                <a:latin typeface="Arial" panose="020B0604020202020204" pitchFamily="34" charset="0"/>
                <a:cs typeface="Arial" panose="020B0604020202020204" pitchFamily="34" charset="0"/>
              </a:rPr>
              <a:t>Level Adaptation – Adjusts the explanation for beginner, intermediate, or expert learners.</a:t>
            </a:r>
          </a:p>
          <a:p>
            <a:pPr>
              <a:lnSpc>
                <a:spcPct val="100000"/>
              </a:lnSpc>
            </a:pPr>
            <a:r>
              <a:rPr lang="en-US" sz="2000" dirty="0">
                <a:latin typeface="Arial" panose="020B0604020202020204" pitchFamily="34" charset="0"/>
                <a:cs typeface="Arial" panose="020B0604020202020204" pitchFamily="34" charset="0"/>
              </a:rPr>
              <a:t>Personalized Explanation – Simplifies jargon and provides suitable examples and analogies.</a:t>
            </a:r>
          </a:p>
          <a:p>
            <a:pPr>
              <a:lnSpc>
                <a:spcPct val="100000"/>
              </a:lnSpc>
            </a:pPr>
            <a:r>
              <a:rPr lang="en-US" sz="2000" dirty="0">
                <a:latin typeface="Arial" panose="020B0604020202020204" pitchFamily="34" charset="0"/>
                <a:cs typeface="Arial" panose="020B0604020202020204" pitchFamily="34" charset="0"/>
              </a:rPr>
              <a:t>Interactive Learning – Answers follow-up questions based on the learning context.</a:t>
            </a:r>
          </a:p>
          <a:p>
            <a:pPr>
              <a:lnSpc>
                <a:spcPct val="100000"/>
              </a:lnSpc>
            </a:pPr>
            <a:r>
              <a:rPr lang="en-US" sz="2000" dirty="0">
                <a:latin typeface="Arial" panose="020B0604020202020204" pitchFamily="34" charset="0"/>
                <a:cs typeface="Arial" panose="020B0604020202020204" pitchFamily="34" charset="0"/>
              </a:rPr>
              <a:t>Goal-Oriented Response – Generates summaries and key points while preserving the original meaning.</a:t>
            </a:r>
          </a:p>
          <a:p>
            <a:pPr>
              <a:lnSpc>
                <a:spcPct val="100000"/>
              </a:lnSpc>
            </a:pPr>
            <a:r>
              <a:rPr lang="en-US" sz="2000" dirty="0">
                <a:latin typeface="Arial" panose="020B0604020202020204" pitchFamily="34" charset="0"/>
                <a:cs typeface="Arial" panose="020B0604020202020204" pitchFamily="34" charset="0"/>
              </a:rPr>
              <a:t>In short: Agentic AI makes the system adaptive, personalized, and interactive, rather than just a basic chatbot.</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659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93720-9719-87FD-D953-1621042BCBEC}"/>
              </a:ext>
            </a:extLst>
          </p:cNvPr>
          <p:cNvSpPr>
            <a:spLocks noGrp="1"/>
          </p:cNvSpPr>
          <p:nvPr>
            <p:ph type="title"/>
          </p:nvPr>
        </p:nvSpPr>
        <p:spPr/>
        <p:txBody>
          <a:bodyPr/>
          <a:lstStyle/>
          <a:p>
            <a:r>
              <a:rPr lang="en-US" dirty="0"/>
              <a:t>Output:</a:t>
            </a:r>
            <a:endParaRPr lang="en-IN" dirty="0"/>
          </a:p>
        </p:txBody>
      </p:sp>
      <p:pic>
        <p:nvPicPr>
          <p:cNvPr id="5" name="Content Placeholder 4">
            <a:extLst>
              <a:ext uri="{FF2B5EF4-FFF2-40B4-BE49-F238E27FC236}">
                <a16:creationId xmlns:a16="http://schemas.microsoft.com/office/drawing/2014/main" id="{DABCC6DB-47B9-F1EC-A202-33F4CC0E019B}"/>
              </a:ext>
            </a:extLst>
          </p:cNvPr>
          <p:cNvPicPr>
            <a:picLocks noGrp="1" noChangeAspect="1"/>
          </p:cNvPicPr>
          <p:nvPr>
            <p:ph idx="1"/>
          </p:nvPr>
        </p:nvPicPr>
        <p:blipFill>
          <a:blip r:embed="rId2"/>
          <a:stretch>
            <a:fillRect/>
          </a:stretch>
        </p:blipFill>
        <p:spPr>
          <a:xfrm>
            <a:off x="1200745" y="1474839"/>
            <a:ext cx="9790510" cy="4702124"/>
          </a:xfrm>
          <a:prstGeom prst="rect">
            <a:avLst/>
          </a:prstGeom>
        </p:spPr>
      </p:pic>
    </p:spTree>
    <p:extLst>
      <p:ext uri="{BB962C8B-B14F-4D97-AF65-F5344CB8AC3E}">
        <p14:creationId xmlns:p14="http://schemas.microsoft.com/office/powerpoint/2010/main" val="4139854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3F05A72-F584-65DE-3834-3C22B585FBAF}"/>
              </a:ext>
            </a:extLst>
          </p:cNvPr>
          <p:cNvPicPr>
            <a:picLocks noGrp="1" noChangeAspect="1"/>
          </p:cNvPicPr>
          <p:nvPr>
            <p:ph idx="1"/>
          </p:nvPr>
        </p:nvPicPr>
        <p:blipFill>
          <a:blip r:embed="rId2"/>
          <a:stretch>
            <a:fillRect/>
          </a:stretch>
        </p:blipFill>
        <p:spPr>
          <a:xfrm>
            <a:off x="973393" y="796413"/>
            <a:ext cx="10432026" cy="5380550"/>
          </a:xfrm>
          <a:prstGeom prst="rect">
            <a:avLst/>
          </a:prstGeom>
        </p:spPr>
      </p:pic>
    </p:spTree>
    <p:extLst>
      <p:ext uri="{BB962C8B-B14F-4D97-AF65-F5344CB8AC3E}">
        <p14:creationId xmlns:p14="http://schemas.microsoft.com/office/powerpoint/2010/main" val="10888231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CC86D32-B43F-851E-4E68-2792E69FEC45}"/>
              </a:ext>
            </a:extLst>
          </p:cNvPr>
          <p:cNvPicPr>
            <a:picLocks noGrp="1" noChangeAspect="1"/>
          </p:cNvPicPr>
          <p:nvPr>
            <p:ph idx="1"/>
          </p:nvPr>
        </p:nvPicPr>
        <p:blipFill>
          <a:blip r:embed="rId2"/>
          <a:stretch>
            <a:fillRect/>
          </a:stretch>
        </p:blipFill>
        <p:spPr>
          <a:xfrm>
            <a:off x="1258530" y="914400"/>
            <a:ext cx="9969910" cy="5262563"/>
          </a:xfrm>
          <a:prstGeom prst="rect">
            <a:avLst/>
          </a:prstGeom>
        </p:spPr>
      </p:pic>
    </p:spTree>
    <p:extLst>
      <p:ext uri="{BB962C8B-B14F-4D97-AF65-F5344CB8AC3E}">
        <p14:creationId xmlns:p14="http://schemas.microsoft.com/office/powerpoint/2010/main" val="713606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9018626-B970-0BDB-FE63-2BD510EB339E}"/>
              </a:ext>
            </a:extLst>
          </p:cNvPr>
          <p:cNvPicPr>
            <a:picLocks noGrp="1" noChangeAspect="1"/>
          </p:cNvPicPr>
          <p:nvPr>
            <p:ph idx="1"/>
          </p:nvPr>
        </p:nvPicPr>
        <p:blipFill>
          <a:blip r:embed="rId2"/>
          <a:stretch>
            <a:fillRect/>
          </a:stretch>
        </p:blipFill>
        <p:spPr>
          <a:xfrm>
            <a:off x="1396182" y="796413"/>
            <a:ext cx="9596284" cy="5380550"/>
          </a:xfrm>
          <a:prstGeom prst="rect">
            <a:avLst/>
          </a:prstGeom>
        </p:spPr>
      </p:pic>
    </p:spTree>
    <p:extLst>
      <p:ext uri="{BB962C8B-B14F-4D97-AF65-F5344CB8AC3E}">
        <p14:creationId xmlns:p14="http://schemas.microsoft.com/office/powerpoint/2010/main" val="2694747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4F5E4E4-AFDF-AD86-8EB3-9C73143432AB}"/>
              </a:ext>
            </a:extLst>
          </p:cNvPr>
          <p:cNvPicPr>
            <a:picLocks noGrp="1" noChangeAspect="1"/>
          </p:cNvPicPr>
          <p:nvPr>
            <p:ph idx="1"/>
          </p:nvPr>
        </p:nvPicPr>
        <p:blipFill>
          <a:blip r:embed="rId2"/>
          <a:stretch>
            <a:fillRect/>
          </a:stretch>
        </p:blipFill>
        <p:spPr>
          <a:xfrm>
            <a:off x="1199535" y="717755"/>
            <a:ext cx="9950245" cy="5459208"/>
          </a:xfrm>
          <a:prstGeom prst="rect">
            <a:avLst/>
          </a:prstGeom>
        </p:spPr>
      </p:pic>
    </p:spTree>
    <p:extLst>
      <p:ext uri="{BB962C8B-B14F-4D97-AF65-F5344CB8AC3E}">
        <p14:creationId xmlns:p14="http://schemas.microsoft.com/office/powerpoint/2010/main" val="601213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C8D01-7C90-57A6-2E71-D772AD8718BB}"/>
              </a:ext>
            </a:extLst>
          </p:cNvPr>
          <p:cNvSpPr>
            <a:spLocks noGrp="1"/>
          </p:cNvSpPr>
          <p:nvPr>
            <p:ph type="title"/>
          </p:nvPr>
        </p:nvSpPr>
        <p:spPr>
          <a:xfrm>
            <a:off x="671051" y="247139"/>
            <a:ext cx="10515600" cy="814746"/>
          </a:xfrm>
        </p:spPr>
        <p:txBody>
          <a:bodyPr>
            <a:normAutofit/>
          </a:bodyPr>
          <a:lstStyle/>
          <a:p>
            <a:r>
              <a:rPr lang="en-IN" sz="2800" b="1" dirty="0">
                <a:latin typeface="Arial" panose="020B0604020202020204" pitchFamily="34" charset="0"/>
                <a:cs typeface="Arial" panose="020B0604020202020204" pitchFamily="34" charset="0"/>
              </a:rPr>
              <a:t>Novelty and Uniqueness</a:t>
            </a:r>
          </a:p>
        </p:txBody>
      </p:sp>
      <p:sp>
        <p:nvSpPr>
          <p:cNvPr id="3" name="Content Placeholder 2">
            <a:extLst>
              <a:ext uri="{FF2B5EF4-FFF2-40B4-BE49-F238E27FC236}">
                <a16:creationId xmlns:a16="http://schemas.microsoft.com/office/drawing/2014/main" id="{83843304-59E3-D0C1-0D94-ABBDC950ADEA}"/>
              </a:ext>
            </a:extLst>
          </p:cNvPr>
          <p:cNvSpPr>
            <a:spLocks noGrp="1"/>
          </p:cNvSpPr>
          <p:nvPr>
            <p:ph idx="1"/>
          </p:nvPr>
        </p:nvSpPr>
        <p:spPr>
          <a:xfrm>
            <a:off x="838200" y="1061885"/>
            <a:ext cx="10515600" cy="5115078"/>
          </a:xfrm>
        </p:spPr>
        <p:txBody>
          <a:bodyPr>
            <a:normAutofit/>
          </a:bodyPr>
          <a:lstStyle/>
          <a:p>
            <a:pPr>
              <a:lnSpc>
                <a:spcPct val="150000"/>
              </a:lnSpc>
            </a:pPr>
            <a:r>
              <a:rPr lang="en-US" sz="2000" dirty="0">
                <a:latin typeface="Arial" panose="020B0604020202020204" pitchFamily="34" charset="0"/>
                <a:cs typeface="Arial" panose="020B0604020202020204" pitchFamily="34" charset="0"/>
              </a:rPr>
              <a:t>Adaptive Learning – Adjusts content according to the learner’s proficiency level.</a:t>
            </a:r>
          </a:p>
          <a:p>
            <a:pPr>
              <a:lnSpc>
                <a:spcPct val="150000"/>
              </a:lnSpc>
            </a:pPr>
            <a:r>
              <a:rPr lang="en-US" sz="2000" dirty="0">
                <a:latin typeface="Arial" panose="020B0604020202020204" pitchFamily="34" charset="0"/>
                <a:cs typeface="Arial" panose="020B0604020202020204" pitchFamily="34" charset="0"/>
              </a:rPr>
              <a:t>Personalized Explanations – Provides suitable language, examples, and analogies for each learner.</a:t>
            </a:r>
          </a:p>
          <a:p>
            <a:pPr>
              <a:lnSpc>
                <a:spcPct val="150000"/>
              </a:lnSpc>
            </a:pPr>
            <a:r>
              <a:rPr lang="en-US" sz="2000" dirty="0">
                <a:latin typeface="Arial" panose="020B0604020202020204" pitchFamily="34" charset="0"/>
                <a:cs typeface="Arial" panose="020B0604020202020204" pitchFamily="34" charset="0"/>
              </a:rPr>
              <a:t>Jargon Reduction – Converts complex technical terms into easy-to-understand language.</a:t>
            </a:r>
          </a:p>
          <a:p>
            <a:pPr>
              <a:lnSpc>
                <a:spcPct val="150000"/>
              </a:lnSpc>
            </a:pPr>
            <a:r>
              <a:rPr lang="en-US" sz="2000" dirty="0">
                <a:latin typeface="Arial" panose="020B0604020202020204" pitchFamily="34" charset="0"/>
                <a:cs typeface="Arial" panose="020B0604020202020204" pitchFamily="34" charset="0"/>
              </a:rPr>
              <a:t>Interactive Learning – Answers follow-up questions based on the course content.</a:t>
            </a:r>
          </a:p>
          <a:p>
            <a:pPr>
              <a:lnSpc>
                <a:spcPct val="150000"/>
              </a:lnSpc>
            </a:pPr>
            <a:r>
              <a:rPr lang="en-US" sz="2000" dirty="0">
                <a:latin typeface="Arial" panose="020B0604020202020204" pitchFamily="34" charset="0"/>
                <a:cs typeface="Arial" panose="020B0604020202020204" pitchFamily="34" charset="0"/>
              </a:rPr>
              <a:t>Meaning Preservation – Simplifies content without changing the original concept.</a:t>
            </a:r>
          </a:p>
          <a:p>
            <a:pPr>
              <a:lnSpc>
                <a:spcPct val="150000"/>
              </a:lnSpc>
            </a:pPr>
            <a:r>
              <a:rPr lang="en-US" sz="2000" dirty="0">
                <a:latin typeface="Arial" panose="020B0604020202020204" pitchFamily="34" charset="0"/>
                <a:cs typeface="Arial" panose="020B0604020202020204" pitchFamily="34" charset="0"/>
              </a:rPr>
              <a:t>Multi-Level Learning – Supports beginner, intermediate, and expert explanations.</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0961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89954-0CF8-0669-E88E-5EB1A49421E0}"/>
              </a:ext>
            </a:extLst>
          </p:cNvPr>
          <p:cNvSpPr>
            <a:spLocks noGrp="1"/>
          </p:cNvSpPr>
          <p:nvPr>
            <p:ph type="title"/>
          </p:nvPr>
        </p:nvSpPr>
        <p:spPr/>
        <p:txBody>
          <a:bodyPr>
            <a:normAutofit/>
          </a:bodyPr>
          <a:lstStyle/>
          <a:p>
            <a:r>
              <a:rPr lang="en-US" sz="2800" dirty="0">
                <a:latin typeface="Arial" panose="020B0604020202020204" pitchFamily="34" charset="0"/>
                <a:cs typeface="Arial" panose="020B0604020202020204" pitchFamily="34" charset="0"/>
              </a:rPr>
              <a:t>GitHub link:</a:t>
            </a:r>
            <a:endParaRPr lang="en-IN"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AC9C0BD-5938-2179-5F42-488AC7E89E1B}"/>
              </a:ext>
            </a:extLst>
          </p:cNvPr>
          <p:cNvSpPr>
            <a:spLocks noGrp="1"/>
          </p:cNvSpPr>
          <p:nvPr>
            <p:ph idx="1"/>
          </p:nvPr>
        </p:nvSpPr>
        <p:spPr/>
        <p:txBody>
          <a:bodyPr/>
          <a:lstStyle/>
          <a:p>
            <a:r>
              <a:rPr lang="en-IN" dirty="0"/>
              <a:t>https://github.com/nandu7386/course-content-simplifier</a:t>
            </a:r>
          </a:p>
        </p:txBody>
      </p:sp>
    </p:spTree>
    <p:extLst>
      <p:ext uri="{BB962C8B-B14F-4D97-AF65-F5344CB8AC3E}">
        <p14:creationId xmlns:p14="http://schemas.microsoft.com/office/powerpoint/2010/main" val="30781493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4E605-F873-DD58-240C-48EFE93B1D2D}"/>
              </a:ext>
            </a:extLst>
          </p:cNvPr>
          <p:cNvSpPr>
            <a:spLocks noGrp="1"/>
          </p:cNvSpPr>
          <p:nvPr>
            <p:ph type="title"/>
          </p:nvPr>
        </p:nvSpPr>
        <p:spPr>
          <a:xfrm>
            <a:off x="609600" y="365125"/>
            <a:ext cx="10744200" cy="1325563"/>
          </a:xfrm>
        </p:spPr>
        <p:txBody>
          <a:bodyPr>
            <a:normAutofit/>
          </a:bodyPr>
          <a:lstStyle/>
          <a:p>
            <a:r>
              <a:rPr lang="en-IN" sz="2800" b="1" dirty="0">
                <a:latin typeface="Arial" panose="020B0604020202020204" pitchFamily="34" charset="0"/>
                <a:cs typeface="Arial" panose="020B0604020202020204" pitchFamily="34" charset="0"/>
              </a:rPr>
              <a:t>Future Scope:</a:t>
            </a:r>
          </a:p>
        </p:txBody>
      </p:sp>
      <p:sp>
        <p:nvSpPr>
          <p:cNvPr id="3" name="Content Placeholder 2">
            <a:extLst>
              <a:ext uri="{FF2B5EF4-FFF2-40B4-BE49-F238E27FC236}">
                <a16:creationId xmlns:a16="http://schemas.microsoft.com/office/drawing/2014/main" id="{0A79523D-7028-2DB7-B1F7-05C2A32B6CC6}"/>
              </a:ext>
            </a:extLst>
          </p:cNvPr>
          <p:cNvSpPr>
            <a:spLocks noGrp="1"/>
          </p:cNvSpPr>
          <p:nvPr>
            <p:ph idx="1"/>
          </p:nvPr>
        </p:nvSpPr>
        <p:spPr>
          <a:xfrm>
            <a:off x="717755" y="1415845"/>
            <a:ext cx="10636045" cy="4761118"/>
          </a:xfrm>
        </p:spPr>
        <p:txBody>
          <a:bodyPr>
            <a:noAutofit/>
          </a:bodyPr>
          <a:lstStyle/>
          <a:p>
            <a:pPr marL="457200" indent="-457200" algn="just">
              <a:buFont typeface="+mj-lt"/>
              <a:buAutoNum type="arabicPeriod"/>
            </a:pPr>
            <a:r>
              <a:rPr lang="en-US" sz="2000" dirty="0">
                <a:latin typeface="Arial" panose="020B0604020202020204" pitchFamily="34" charset="0"/>
                <a:cs typeface="Arial" panose="020B0604020202020204" pitchFamily="34" charset="0"/>
              </a:rPr>
              <a:t>Multilingual Support – Explain course content in regional languages such as Telugu and      Hindi.</a:t>
            </a:r>
          </a:p>
          <a:p>
            <a:pPr marL="457200" indent="-457200" algn="just">
              <a:buFont typeface="+mj-lt"/>
              <a:buAutoNum type="arabicPeriod"/>
            </a:pPr>
            <a:r>
              <a:rPr lang="en-US" sz="2000" dirty="0">
                <a:latin typeface="Arial" panose="020B0604020202020204" pitchFamily="34" charset="0"/>
                <a:cs typeface="Arial" panose="020B0604020202020204" pitchFamily="34" charset="0"/>
              </a:rPr>
              <a:t>Voice-Based Learning – Allow students to ask questions and receive explanations using voice.</a:t>
            </a:r>
          </a:p>
          <a:p>
            <a:pPr marL="457200" indent="-457200" algn="just">
              <a:buFont typeface="+mj-lt"/>
              <a:buAutoNum type="arabicPeriod"/>
            </a:pPr>
            <a:r>
              <a:rPr lang="en-US" sz="2000" dirty="0">
                <a:latin typeface="Arial" panose="020B0604020202020204" pitchFamily="34" charset="0"/>
                <a:cs typeface="Arial" panose="020B0604020202020204" pitchFamily="34" charset="0"/>
              </a:rPr>
              <a:t>Personalized Learning – Track learning progress and automatically adapt the difficulty level.</a:t>
            </a:r>
          </a:p>
          <a:p>
            <a:pPr marL="457200" indent="-457200" algn="just">
              <a:buFont typeface="+mj-lt"/>
              <a:buAutoNum type="arabicPeriod"/>
            </a:pPr>
            <a:r>
              <a:rPr lang="en-US" sz="2000" dirty="0">
                <a:latin typeface="Arial" panose="020B0604020202020204" pitchFamily="34" charset="0"/>
                <a:cs typeface="Arial" panose="020B0604020202020204" pitchFamily="34" charset="0"/>
              </a:rPr>
              <a:t>Quiz Generation – Generate MCQs and practice questions based on the studied topic.</a:t>
            </a:r>
          </a:p>
          <a:p>
            <a:pPr marL="457200" indent="-457200" algn="just">
              <a:buFont typeface="+mj-lt"/>
              <a:buAutoNum type="arabicPeriod"/>
            </a:pPr>
            <a:r>
              <a:rPr lang="en-US" sz="2000" dirty="0">
                <a:latin typeface="Arial" panose="020B0604020202020204" pitchFamily="34" charset="0"/>
                <a:cs typeface="Arial" panose="020B0604020202020204" pitchFamily="34" charset="0"/>
              </a:rPr>
              <a:t>Multiple Content Formats – Support PDFs, images, presentations, and other educational materials.</a:t>
            </a:r>
          </a:p>
          <a:p>
            <a:pPr marL="457200" indent="-457200" algn="just">
              <a:buFont typeface="+mj-lt"/>
              <a:buAutoNum type="arabicPeriod"/>
            </a:pPr>
            <a:r>
              <a:rPr lang="en-US" sz="2000" dirty="0">
                <a:latin typeface="Arial" panose="020B0604020202020204" pitchFamily="34" charset="0"/>
                <a:cs typeface="Arial" panose="020B0604020202020204" pitchFamily="34" charset="0"/>
              </a:rPr>
              <a:t>Exam Preparation Mode – Provide exam-oriented explanations, important points, and revision materials.</a:t>
            </a:r>
          </a:p>
          <a:p>
            <a:pPr marL="0" indent="0">
              <a:buNone/>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3672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732E3-1504-566A-8996-38AFC642EECE}"/>
              </a:ext>
            </a:extLst>
          </p:cNvPr>
          <p:cNvSpPr>
            <a:spLocks noGrp="1"/>
          </p:cNvSpPr>
          <p:nvPr>
            <p:ph type="title"/>
          </p:nvPr>
        </p:nvSpPr>
        <p:spPr>
          <a:xfrm>
            <a:off x="707923" y="365125"/>
            <a:ext cx="10645877" cy="696759"/>
          </a:xfrm>
        </p:spPr>
        <p:txBody>
          <a:bodyPr>
            <a:normAutofit/>
          </a:bodyPr>
          <a:lstStyle/>
          <a:p>
            <a:r>
              <a:rPr lang="en-IN" sz="2800" dirty="0">
                <a:latin typeface="Arial" panose="020B0604020202020204" pitchFamily="34" charset="0"/>
                <a:cs typeface="Arial" panose="020B0604020202020204" pitchFamily="34" charset="0"/>
              </a:rPr>
              <a:t>Certificates Earned:  </a:t>
            </a:r>
            <a:r>
              <a:rPr lang="en-IN" sz="2000" dirty="0">
                <a:latin typeface="Arial" panose="020B0604020202020204" pitchFamily="34" charset="0"/>
                <a:cs typeface="Arial" panose="020B0604020202020204" pitchFamily="34" charset="0"/>
              </a:rPr>
              <a:t>Artificial Intelligence</a:t>
            </a:r>
          </a:p>
        </p:txBody>
      </p:sp>
      <p:pic>
        <p:nvPicPr>
          <p:cNvPr id="5" name="Content Placeholder 4">
            <a:extLst>
              <a:ext uri="{FF2B5EF4-FFF2-40B4-BE49-F238E27FC236}">
                <a16:creationId xmlns:a16="http://schemas.microsoft.com/office/drawing/2014/main" id="{85B0138E-BB6E-1041-4C6E-B4C5021DFE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13935" y="1062038"/>
            <a:ext cx="8406581" cy="5114925"/>
          </a:xfrm>
          <a:prstGeom prst="rect">
            <a:avLst/>
          </a:prstGeom>
        </p:spPr>
      </p:pic>
    </p:spTree>
    <p:extLst>
      <p:ext uri="{BB962C8B-B14F-4D97-AF65-F5344CB8AC3E}">
        <p14:creationId xmlns:p14="http://schemas.microsoft.com/office/powerpoint/2010/main" val="1863121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2C65-A63C-B0D6-33B1-D10B347ED94B}"/>
              </a:ext>
            </a:extLst>
          </p:cNvPr>
          <p:cNvSpPr>
            <a:spLocks noGrp="1"/>
          </p:cNvSpPr>
          <p:nvPr>
            <p:ph type="title"/>
          </p:nvPr>
        </p:nvSpPr>
        <p:spPr>
          <a:xfrm>
            <a:off x="698090" y="365126"/>
            <a:ext cx="10655710" cy="667262"/>
          </a:xfrm>
        </p:spPr>
        <p:txBody>
          <a:bodyPr>
            <a:normAutofit/>
          </a:bodyPr>
          <a:lstStyle/>
          <a:p>
            <a:r>
              <a:rPr lang="en-US" sz="2000" dirty="0">
                <a:latin typeface="Arial" panose="020B0604020202020204" pitchFamily="34" charset="0"/>
                <a:cs typeface="Arial" panose="020B0604020202020204" pitchFamily="34" charset="0"/>
              </a:rPr>
              <a:t>Cybersecurity:</a:t>
            </a:r>
            <a:endParaRPr lang="en-IN" sz="2000" dirty="0">
              <a:latin typeface="Arial" panose="020B0604020202020204" pitchFamily="34" charset="0"/>
              <a:cs typeface="Arial" panose="020B0604020202020204" pitchFamily="34" charset="0"/>
            </a:endParaRPr>
          </a:p>
        </p:txBody>
      </p:sp>
      <p:pic>
        <p:nvPicPr>
          <p:cNvPr id="5" name="Content Placeholder 4">
            <a:extLst>
              <a:ext uri="{FF2B5EF4-FFF2-40B4-BE49-F238E27FC236}">
                <a16:creationId xmlns:a16="http://schemas.microsoft.com/office/drawing/2014/main" id="{0A584B62-21F3-B2D8-CEA1-CC8BB7B96E8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79406" y="1160206"/>
            <a:ext cx="7570839" cy="5016757"/>
          </a:xfrm>
          <a:prstGeom prst="rect">
            <a:avLst/>
          </a:prstGeom>
        </p:spPr>
      </p:pic>
    </p:spTree>
    <p:extLst>
      <p:ext uri="{BB962C8B-B14F-4D97-AF65-F5344CB8AC3E}">
        <p14:creationId xmlns:p14="http://schemas.microsoft.com/office/powerpoint/2010/main" val="2267522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A1526-F65E-3921-3063-8CB98C524EB1}"/>
              </a:ext>
            </a:extLst>
          </p:cNvPr>
          <p:cNvSpPr>
            <a:spLocks noGrp="1"/>
          </p:cNvSpPr>
          <p:nvPr>
            <p:ph type="title"/>
          </p:nvPr>
        </p:nvSpPr>
        <p:spPr>
          <a:xfrm>
            <a:off x="678426" y="365125"/>
            <a:ext cx="10675374" cy="775417"/>
          </a:xfrm>
        </p:spPr>
        <p:txBody>
          <a:bodyPr>
            <a:normAutofit/>
          </a:bodyPr>
          <a:lstStyle/>
          <a:p>
            <a:r>
              <a:rPr lang="en-US" sz="2000" dirty="0">
                <a:latin typeface="Arial" panose="020B0604020202020204" pitchFamily="34" charset="0"/>
                <a:cs typeface="Arial" panose="020B0604020202020204" pitchFamily="34" charset="0"/>
              </a:rPr>
              <a:t>IBM Bob:</a:t>
            </a:r>
            <a:endParaRPr lang="en-IN" sz="2000" dirty="0">
              <a:latin typeface="Arial" panose="020B0604020202020204" pitchFamily="34" charset="0"/>
              <a:cs typeface="Arial" panose="020B0604020202020204" pitchFamily="34" charset="0"/>
            </a:endParaRPr>
          </a:p>
        </p:txBody>
      </p:sp>
      <p:pic>
        <p:nvPicPr>
          <p:cNvPr id="5" name="Content Placeholder 4">
            <a:extLst>
              <a:ext uri="{FF2B5EF4-FFF2-40B4-BE49-F238E27FC236}">
                <a16:creationId xmlns:a16="http://schemas.microsoft.com/office/drawing/2014/main" id="{F9F94A6E-ABE7-EFA6-0FCC-BCCBFB5A84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5966" y="1209368"/>
            <a:ext cx="8334782" cy="4967595"/>
          </a:xfrm>
          <a:prstGeom prst="rect">
            <a:avLst/>
          </a:prstGeom>
        </p:spPr>
      </p:pic>
    </p:spTree>
    <p:extLst>
      <p:ext uri="{BB962C8B-B14F-4D97-AF65-F5344CB8AC3E}">
        <p14:creationId xmlns:p14="http://schemas.microsoft.com/office/powerpoint/2010/main" val="40285839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F2F08-1F94-8A48-6919-89EDA13503D9}"/>
              </a:ext>
            </a:extLst>
          </p:cNvPr>
          <p:cNvSpPr>
            <a:spLocks noGrp="1"/>
          </p:cNvSpPr>
          <p:nvPr>
            <p:ph type="title"/>
          </p:nvPr>
        </p:nvSpPr>
        <p:spPr>
          <a:xfrm>
            <a:off x="838200" y="1140542"/>
            <a:ext cx="10515600" cy="3667432"/>
          </a:xfrm>
        </p:spPr>
        <p:txBody>
          <a:bodyPr>
            <a:normAutofit/>
          </a:bodyPr>
          <a:lstStyle/>
          <a:p>
            <a:r>
              <a:rPr lang="en-IN" dirty="0">
                <a:latin typeface="Arial" panose="020B0604020202020204" pitchFamily="34" charset="0"/>
                <a:cs typeface="Arial" panose="020B0604020202020204" pitchFamily="34" charset="0"/>
              </a:rPr>
              <a:t>                </a:t>
            </a:r>
            <a:r>
              <a:rPr lang="en-IN" sz="7200" dirty="0">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0080687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619</Words>
  <Application>Microsoft Office PowerPoint</Application>
  <PresentationFormat>Widescreen</PresentationFormat>
  <Paragraphs>73</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IBM University Engagement Project Submission</vt:lpstr>
      <vt:lpstr>Project Title- Course Content Simplification agent Domain of Project -Education</vt:lpstr>
      <vt:lpstr>Problem Statement - Course Content Simplification agent</vt:lpstr>
      <vt:lpstr>Proposed Solution</vt:lpstr>
      <vt:lpstr>Technology Used </vt:lpstr>
      <vt:lpstr>IBM Bob :</vt:lpstr>
      <vt:lpstr>PowerPoint Presentation</vt:lpstr>
      <vt:lpstr>PowerPoint Presentation</vt:lpstr>
      <vt:lpstr>Architecture</vt:lpstr>
      <vt:lpstr>Role of Agentic AI in the solution</vt:lpstr>
      <vt:lpstr>Output:</vt:lpstr>
      <vt:lpstr>PowerPoint Presentation</vt:lpstr>
      <vt:lpstr>PowerPoint Presentation</vt:lpstr>
      <vt:lpstr>PowerPoint Presentation</vt:lpstr>
      <vt:lpstr>PowerPoint Presentation</vt:lpstr>
      <vt:lpstr>Novelty and Uniqueness</vt:lpstr>
      <vt:lpstr>GitHub link:</vt:lpstr>
      <vt:lpstr>Future Scope:</vt:lpstr>
      <vt:lpstr>Certificates Earned:  Artificial Intelligence</vt:lpstr>
      <vt:lpstr>Cybersecurity:</vt:lpstr>
      <vt:lpstr>IBM Bob:</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telukuntla nandu</dc:creator>
  <cp:lastModifiedBy>telukuntla nandu</cp:lastModifiedBy>
  <cp:revision>1</cp:revision>
  <cp:lastPrinted>2026-09-11T10:37:40Z</cp:lastPrinted>
  <dcterms:created xsi:type="dcterms:W3CDTF">2026-09-11T10:23:56Z</dcterms:created>
  <dcterms:modified xsi:type="dcterms:W3CDTF">2026-09-11T12:44:41Z</dcterms:modified>
</cp:coreProperties>
</file>